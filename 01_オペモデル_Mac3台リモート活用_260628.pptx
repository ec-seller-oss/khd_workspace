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OPERATING MODEL ｜ 1 HOME MAC RUNS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人は「打席」だけ。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残りは、自宅Macが24時間回す。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会って・聞いて・詰めて・信頼を作る＝人。記録/集計/資料/分析/可視化＝Claude。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その“Claude側”を、自宅に常設した旧Macが、スマホ1本でいつでも回す。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3502152" cy="12070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64608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AA2E26"/>
                </a:solidFill>
                <a:latin typeface="Hiragino Sans"/>
              </a:rPr>
              <a:t>旧Mac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Hiragino Sans"/>
              </a:rPr>
              <a:t>自宅常設・リモート箱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Claude代行を24h・git母艦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4709160"/>
            <a:ext cx="3502152" cy="12070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470916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864608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AA2E26"/>
                </a:solidFill>
                <a:latin typeface="Hiragino Sans"/>
              </a:rPr>
              <a:t>新Mac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5303520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Hiragino Sans"/>
              </a:rPr>
              <a:t>持ち出し・打席機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5596128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商談/内見の相棒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4709160"/>
            <a:ext cx="3502152" cy="12070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470916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864608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AA2E26"/>
                </a:solidFill>
                <a:latin typeface="Hiragino Sans"/>
              </a:rPr>
              <a:t>ゆーしMac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5303520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Hiragino Sans"/>
              </a:rPr>
              <a:t>ゆーし専用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5596128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EC折半・本体DBは触らない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99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KHD  ｜  菊池 研太  ｜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経営の最小単位は1つ ── 人は打席に全集中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空いた時間は調査士と家族へ。“それ以外全部”を旧Macが肩代わりする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965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◯ 人＝打席・判断・信頼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会う／電話／ヒアリング／詰める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クロージング・GO／見送り・指値・採用・GIVE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 関係・判断・存在は自動化できない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1965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AI Claude＝それ以外 全部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記録(02転記)／集計(週次KPI)／資料作成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分析(決め手)／リマインド／可視化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旧Macに常駐させ、24時間まわす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39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79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今回の進化 ── 旧Macを「自宅常設のClaude代行サーバー」に格上げ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71415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持ち歩かない1台を母艦にする＝書き手1台ルールに最適。打席の合間にスマホから投げれば、帰宅前に“残り全部”が片付いている。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1118311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175504"/>
            <a:ext cx="10725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⛔ 逃げの罠（ここだけ注意）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42432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「自動化の作り込み」自体が新しい謎の業務になりがち。物件の自動提案を作り込むより、レインズで自分で精査→ヒアリング→即提案が速い（6/27 羽鳥MEETの学び）。空いた時間は打席・調査士・家族へ。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3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Mac3台の使い分け ── どれで何をやるか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“1案件1台”が原則。同じ顧客を2台で触らない（分岐衝突の実害あり）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02736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02736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A2E26"/>
                </a:solidFill>
                <a:latin typeface="Hiragino Sans"/>
              </a:rPr>
              <a:t>旧Mac｜自宅常設・リモート箱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69748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Claude代行サーバー（24時間）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13639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git母艦＝“書き手1台”はここ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57530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241D"/>
                </a:solidFill>
                <a:latin typeface="Hiragino Sans"/>
              </a:rPr>
              <a:t>● 常時2セッション：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014216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①03賃貸追客 ②01財務/KPI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453128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重作業：査定・収支・謄本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89204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報告書・診療圏・ダッシュボード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33095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スマホから叩く（次頁の手順）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83080"/>
            <a:ext cx="3602736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783080"/>
            <a:ext cx="3602736" cy="54864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938528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C241D"/>
                </a:solidFill>
                <a:latin typeface="Hiragino Sans"/>
              </a:rPr>
              <a:t>新Mac｜持ち出し・打席機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69748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商談・内見・現地の相棒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13639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打席直後に“その場で1行”入力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57530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● 外出時はスマホ→旧Macに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014216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投げてもOK（PC開かなくていい）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4453128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ハイスペック＝重い処理も可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489204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● ※書き手は原則旧Mac。新Macは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533095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“読む・投げる・その場メモ”中心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783080"/>
            <a:ext cx="3602736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1783080"/>
            <a:ext cx="3602736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1938528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6E6E6E"/>
                </a:solidFill>
                <a:latin typeface="Hiragino Sans"/>
              </a:rPr>
              <a:t>ゆーしMac｜ゆーし専用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69748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EC折半パートナー ゆーし用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13639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ECや限定作業のみ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357530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241D"/>
                </a:solidFill>
                <a:latin typeface="Hiragino Sans"/>
              </a:rPr>
              <a:t>● KHD本体DB・顧客マスターは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014216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触らない（1案件1台を厳守）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453128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● clone前にKHD_git_remoteを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489204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“オフラインで使用可能”に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533095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本体と同時pushしない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TO THROW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スマホから投げる ── 打席直後に1行、裏で完了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「報告回数に応じて積み上がる」。朝晩に限らず“別れた直後”が理想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74903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✅ リモートで回す（⬜Claude代行）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「○○さんと予算13万/なぜ＝駅近で握った」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→ 作業DB入力・KPI/日報・顧客マスター更新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追客ドラフト作成（送信は自分の最終チェック）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679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査定・収支試算・謄本/契約精読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診療圏調査・報告書・議事録→タスク化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朝ブリーフ／週次KPI／ダッシュボード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39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脳に溜めず即ハンドオフ＝打席に集中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486400" cy="374903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⛔ リモートでやらせない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物件の自動ピック・自動提案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→ 6/27羽鳥MEETの結論：ヒアリング→提案は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　菊池が打席でやる方が速くて成約に近い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679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クロージング・YES取り（人の核）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325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GO/見送り・指値・採用・撤退の最終判断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239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“誰のYesに繋がるか”言えない作業はやめる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6928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6928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同時セッションは“箱”でなく“投げ込み頻度”を増やす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6305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打席時間は1人分。常時2セッション（03追客／01財務）で十分。04医療・05物件は案件が立った時だけ起こす。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TO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スマホ→自宅Mac リモート起動 手順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本命＝Claude Code 公式 Remote Control（SSH不要・コードはMac上のまま・無料）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10512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旧Macを更新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103120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ターミナルで `claude --version`（v2.1.51以上）。古ければ `claude upgrade`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651760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Remote Controlを開始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944368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対象フォルダで `claude` 起動 → Remote Control を有効化（画面にQR/URLが出る）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511296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1129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493008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iPhoneに Claude アプリ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785616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App Storeから入れ、同じアカウントでログイン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352544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5254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334256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QRを読んで接続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26864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アプリのカメラ/「Code」タブで MacのQRを読む → セッションに接続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193792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5175504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Macを寝かせない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68112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別タブで `caffeinate -di &amp;`（終了は `killall caffeinate`）＋設定でスリープOFF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1828800"/>
            <a:ext cx="3977639" cy="2331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1828800"/>
            <a:ext cx="3977639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1" y="1975104"/>
            <a:ext cx="3520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AA2E26"/>
                </a:solidFill>
                <a:latin typeface="Hiragino Sans"/>
              </a:rPr>
              <a:t>常時2セッション運用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2542032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①「03追客」②「01財務」の2本を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999" y="2962656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名前付きで起動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999" y="3383280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iPhoneの「Code」タブで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0999" y="3803904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タップ切替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999" y="4224528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緑点＝オンライン中の目印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4315968"/>
            <a:ext cx="3977639" cy="1783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4315968"/>
            <a:ext cx="3977639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2711" y="4462272"/>
            <a:ext cx="3520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8C241D"/>
                </a:solidFill>
                <a:latin typeface="Hiragino Sans"/>
              </a:rPr>
              <a:t>⚠️ 電源OFFからは無理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0999" y="5029200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Wake-on-LANは不安定。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5449824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旧Mac＝常時起動＋スリープなしが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0999" y="5870448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一番手堅い（電気代だけ）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6E6E"/>
                </a:solidFill>
                <a:latin typeface="Hiragino Sans"/>
              </a:rPr>
              <a:t>※コマンドの正確な表記はバージョンで変わることがあります。`claude --help` と公式ドキュメント（code.claude.com/docs/remote-control）で最新を確認。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3つの方式 ── 迷ったら本命1本でいい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結論：菊池さんは Remote Control 一択。他は知識として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749039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828800"/>
            <a:ext cx="2194560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1" y="1828800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セットアップ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19" y="1828800"/>
            <a:ext cx="3657600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1" y="1828800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操作感／用途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19" y="1828800"/>
            <a:ext cx="1581912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1" y="1828800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推奨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95728"/>
            <a:ext cx="3749039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395728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① Remote Control（本命）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2395728"/>
            <a:ext cx="219456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1" y="2395728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低・5分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19" y="2395728"/>
            <a:ext cx="365760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1" y="2395728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アプリで快適。打席の合間に確認・指示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19" y="2395728"/>
            <a:ext cx="1581912" cy="566928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8711" y="2395728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8C241D"/>
                </a:solidFill>
                <a:latin typeface="Hiragino Sans"/>
              </a:rPr>
              <a:t>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62656"/>
            <a:ext cx="3749039" cy="566928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962656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② SSH+Tailscale+Blink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2962656"/>
            <a:ext cx="2194560" cy="566928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1" y="2962656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中・30分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19" y="2962656"/>
            <a:ext cx="3657600" cy="566928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1" y="2962656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ターミナル常駐。画面は小さい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19" y="2962656"/>
            <a:ext cx="1581912" cy="566928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8711" y="2962656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8C241D"/>
                </a:solidFill>
                <a:latin typeface="Hiragino Sans"/>
              </a:rPr>
              <a:t>★★★★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529584"/>
            <a:ext cx="3749039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529584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③ リモートデスク(Jump等)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529584"/>
            <a:ext cx="219456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1" y="3529584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19" y="3529584"/>
            <a:ext cx="365760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1" y="3529584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Mac画面ごと操作。遅く見づらい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9" y="3529584"/>
            <a:ext cx="1581912" cy="566928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8711" y="3529584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8C241D"/>
                </a:solidFill>
                <a:latin typeface="Hiragino Sans"/>
              </a:rPr>
              <a:t>★★★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526280"/>
            <a:ext cx="11183112" cy="15087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526280"/>
            <a:ext cx="1118311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4672584"/>
            <a:ext cx="10725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🔐 セキュリティ（人に勧める時の心得）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239512"/>
            <a:ext cx="106344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Remote Control＝コードは自宅Mac上で実行・通信はTLS・ポート開放不要（受け身で安全）。iPhoneを失くしたらアカウント側でデバイス登録を取消せば即遮断。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42432"/>
            <a:ext cx="106344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SSH方式を使うなら必ず Tailscale等の閉域網＋鍵認証。SSHを直接インターネットに開けない。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1日の流れ ── 朝の聖域は守り、打席に集中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旧Macは裏で回り続ける。第一声は「今日の打席は誰？」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828800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調査士(5-7聖域)→当日の打席を1つ決める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828800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202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9456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旧Mac：朝ブリーフ自動（カネ直結2-3件＋今日の打席は誰か）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52928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52928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52928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日中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852928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94436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18688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打席に立つ（会う・聞く・詰める）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852928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9443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218688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スマホ→旧Mac：対話を02へ転記／追客ドラフト／資料作成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77056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77056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6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877056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39684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242816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結果と「決め手」を一言／明日の方針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877056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968496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242816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旧Mac：実績化・KPI更新・明日の打席キュー準備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01184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901184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901184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週次(月)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901184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4992624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266944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先週レビュー→今週の打席を選ぶ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901184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992624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266944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旧Mac：週次KPIを自動再構築（本部別h・成約率・繰越）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860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Hiragino Sans"/>
              </a:rPr>
              <a:t>あなたは、打席に立つだけでいい。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自宅Macが、残り全部を24時間回す。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Hiragino Sans"/>
              </a:rPr>
              <a:t>それ（会って・聞いて・詰める）が一番難しく、一番価値があり、反復で当たり前になる。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Hiragino Sans"/>
              </a:rPr>
              <a:t>空いた時間は、調査士と家族へ。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492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KHD オペレーティングモデル × Mac3台・リモート活用  ｜  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
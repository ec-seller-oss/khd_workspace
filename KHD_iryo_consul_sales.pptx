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2B2B2B"/>
                </a:solidFill>
                <a:latin typeface="ヒラギノ角ゴシック W6"/>
              </a:rPr>
              <a:t>開業・経営を、</a:t>
            </a:r>
          </a:p>
          <a:p>
            <a:pPr algn="l"/>
            <a:r>
              <a:rPr sz="4400" b="1">
                <a:solidFill>
                  <a:srgbClr val="2B2B2B"/>
                </a:solidFill>
                <a:latin typeface="ヒラギノ角ゴシック W6"/>
              </a:rPr>
              <a:t>「数字」で勝たせる。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A2E26"/>
                </a:solidFill>
                <a:latin typeface="ヒラギノ角ゴシック W3"/>
              </a:rPr>
              <a:t>医療 × 不動産 × AI ─ 家業型の医療コンサル（KHD）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17A"/>
                </a:solidFill>
                <a:latin typeface="ヒラギノ角ゴシック W3"/>
              </a:rPr>
              <a:t>まずは候補地の「無料・診療圏ミニ診断」から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先生が直面する現実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B2B2B"/>
                </a:solidFill>
                <a:latin typeface="ヒラギノ角ゴシック W6"/>
              </a:rPr>
              <a:t>開業の成否は、腕より先に「立地」で決まる。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・どれだけ良い医療でも、診療圏（人口×受療率×競合）を外すと患者は来ない。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・従来の診療圏調査は 業者に数十万円・数週間、しかも中身はブラックボックス。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・物件は「借りられるか・再建築・境界・科目縛り」まで見ないと後で詰まる。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・制度・法規・資金計画…開業は『バラバラの専門家』に振り回されがち。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本当に必要なこと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ヒラギノ角ゴシック W6"/>
              </a:rPr>
              <a:t>「立地の数字」と「不動産」を、一人で通しで見る人。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・診療圏（数字）→ 物件・契約（不動産）→ 事業計画・制度 を分断せず一気通貫。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・「数字上は勝てる」立地でも、物件が出ない・条件が合わなければ机上の空論。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・工場型（量産・担当がコロコロ替わる）ではなく、開業から承継まで同じ顔が伴走。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なぜKHDか（他にない5つ）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医療×不動産×AI を、一人称で回す家業型コンサル。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・① 医療×AI ─ 診療圏をAIで10分・可視化（同業でここまでやる人はまずいない）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・② 不動産の目利き ─ 土地家屋調査士×宅建。境界・再建築・土地値・科目縛りまで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・③ 家業の伴走 ─ 26年の医療テナント実績。1人の医師の生涯に同じ顔ぶれで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・④ 厚利少本 ─ 数を追わず、売り込まず、信頼の対価としてお付き合いする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・⑤ 婦人科・小児科の濃い実績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ご提供できること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ヒラギノ角ゴシック W6"/>
              </a:rPr>
              <a:t>無料診断を入口に、必要な所だけ。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・① 【無料】診療圏ミニ診断 ─ 候補地の「1日に何人来うるか」を概算でお返し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・② 開業立地・事業計画 ─ 診療圏の本調査、収支・資金計画、金融機関目線の作り込み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・③ テナント・物件・契約 ─ 物件探索、条件交渉、契約前の不動産リスク精査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ヒラギノ角ゴシック W3"/>
              </a:rPr>
              <a:t>・④ 医業承継 ─ 立地実績を引き継ぐ承継の目利き・値づけ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AIで、ここまで見える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ヒラギノ角ゴシック W6"/>
              </a:rPr>
              <a:t>数十万円・数週間 → 10分・可視化。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7899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B2B2B"/>
                </a:solidFill>
                <a:latin typeface="ヒラギノ角ゴシック W3"/>
              </a:rPr>
              <a:t>人口を積み上げて「約21人/日」。</a:t>
            </a:r>
          </a:p>
          <a:p>
            <a:pPr algn="l"/>
            <a:r>
              <a:rPr sz="2200" b="0">
                <a:solidFill>
                  <a:srgbClr val="2B2B2B"/>
                </a:solidFill>
                <a:latin typeface="ヒラギノ角ゴシック W3"/>
              </a:rPr>
              <a:t>→ 競合1軒の按分で「4〜6人/日（月100〜160人）」まで圧縮。</a:t>
            </a:r>
          </a:p>
          <a:p>
            <a:pPr algn="l"/>
            <a:r>
              <a:rPr sz="2200" b="0">
                <a:solidFill>
                  <a:srgbClr val="2B2B2B"/>
                </a:solidFill>
                <a:latin typeface="ヒラギノ角ゴシック W3"/>
              </a:rPr>
              <a:t/>
            </a:r>
          </a:p>
          <a:p>
            <a:pPr algn="l"/>
            <a:r>
              <a:rPr sz="2200" b="0">
                <a:solidFill>
                  <a:srgbClr val="2B2B2B"/>
                </a:solidFill>
                <a:latin typeface="ヒラギノ角ゴシック W3"/>
              </a:rPr>
              <a:t>人口が多い＝勝てる立地、ではない。競合まで数値化して初めて判断できる。</a:t>
            </a:r>
          </a:p>
          <a:p>
            <a:pPr algn="l"/>
            <a:r>
              <a:rPr sz="2200" b="0">
                <a:solidFill>
                  <a:srgbClr val="2B2B2B"/>
                </a:solidFill>
                <a:latin typeface="ヒラギノ角ゴシック W3"/>
              </a:rPr>
              <a:t>（図は面談時に実際のデモ画像を提示：積み上げ図／競合按分図）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ヒラギノ角ゴシック W6"/>
              </a:rPr>
              <a:t>進め方（押し売りしません）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ヒラギノ角ゴシック W6"/>
              </a:rPr>
              <a:t>まず『無料の数字』から。それを見て決めてください。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・STEP1 候補地と診療科目を教えていただく（フォーム or 会話で5分）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・STEP2 48時間で「診療圏ミニ診断」レポートを無料でお返し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・STEP3 見て「もっと詳しく」となれば、本調査・物件・計画へ（必要な所だけ）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B2B2B"/>
                </a:solidFill>
                <a:latin typeface="ヒラギノ角ゴシック W3"/>
              </a:rPr>
              <a:t>・料金の目安：スポット調査／伴走コンサルはご相談。厚利少本で数は絞ります。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B2B2B"/>
                </a:solidFill>
                <a:latin typeface="ヒラギノ角ゴシック W6"/>
              </a:rPr>
              <a:t>まずは、候補地の</a:t>
            </a:r>
          </a:p>
          <a:p>
            <a:pPr algn="l"/>
            <a:r>
              <a:rPr sz="3800" b="1">
                <a:solidFill>
                  <a:srgbClr val="2B2B2B"/>
                </a:solidFill>
                <a:latin typeface="ヒラギノ角ゴシック W6"/>
              </a:rPr>
              <a:t>「無料・診療圏ミニ診断」から。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A2E26"/>
                </a:solidFill>
                <a:latin typeface="ヒラギノ角ゴシック W3"/>
              </a:rPr>
              <a:t>エリアと診療科目を教えていただくだけ。売り込みはしません。</a:t>
            </a:r>
          </a:p>
          <a:p>
            <a:pPr algn="l"/>
            <a:r>
              <a:rPr sz="2000" b="0">
                <a:solidFill>
                  <a:srgbClr val="AA2E26"/>
                </a:solidFill>
                <a:latin typeface="ヒラギノ角ゴシック W3"/>
              </a:rPr>
              <a:t>KHD（菊池）／ 医療×不動産×AI の家業型コンサル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
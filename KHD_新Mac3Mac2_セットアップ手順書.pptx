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50800" cy="603504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AA2E26"/>
                </a:solidFill>
                <a:latin typeface="Hiragino Sans"/>
              </a:rPr>
              <a:t>MAC SETUP ｜ 3 DEVICES · 1 ACCOUNT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196596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1A1A1A"/>
                </a:solidFill>
                <a:latin typeface="Hiragino Sans"/>
              </a:rPr>
              <a:t>新Mac(Mac3) ＆ Mac2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269748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AA2E26"/>
                </a:solidFill>
                <a:latin typeface="Hiragino Sans"/>
              </a:rPr>
              <a:t>セットアップ手順書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1188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E6E6E"/>
                </a:solidFill>
                <a:latin typeface="Hiragino Sans"/>
              </a:rPr>
              <a:t>3台を1アカウントで動かし、データもClaudeも“Mac1と同じ状態”で起動するまで。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526280"/>
            <a:ext cx="3502152" cy="114300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4526280"/>
            <a:ext cx="3502152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718304"/>
            <a:ext cx="35021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AA2E26"/>
                </a:solidFill>
                <a:latin typeface="Hiragino Sans"/>
              </a:rPr>
              <a:t>Mac1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175504"/>
            <a:ext cx="35021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 i="0">
                <a:solidFill>
                  <a:srgbClr val="1A1A1A"/>
                </a:solidFill>
                <a:latin typeface="Hiragino Sans"/>
              </a:rPr>
              <a:t>現メイン（今のMac）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07992" y="4526280"/>
            <a:ext cx="3502152" cy="114300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07992" y="4526280"/>
            <a:ext cx="3502152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4718304"/>
            <a:ext cx="35021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AA2E26"/>
                </a:solidFill>
                <a:latin typeface="Hiragino Sans"/>
              </a:rPr>
              <a:t>Mac2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5175504"/>
            <a:ext cx="35021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 i="0">
                <a:solidFill>
                  <a:srgbClr val="1A1A1A"/>
                </a:solidFill>
                <a:latin typeface="Hiragino Sans"/>
              </a:rPr>
              <a:t>ゆーしMac（PC初心者OK）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93024" y="4526280"/>
            <a:ext cx="3502152" cy="114300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93024" y="4526280"/>
            <a:ext cx="3502152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93024" y="4718304"/>
            <a:ext cx="35021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AA2E26"/>
                </a:solidFill>
                <a:latin typeface="Hiragino Sans"/>
              </a:rPr>
              <a:t>Mac3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3024" y="5175504"/>
            <a:ext cx="35021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 i="0">
                <a:solidFill>
                  <a:srgbClr val="1A1A1A"/>
                </a:solidFill>
                <a:latin typeface="Hiragino Sans"/>
              </a:rPr>
              <a:t>新ハイスペック（母艦）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5989320"/>
            <a:ext cx="10515600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6089904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Hiragino Sans"/>
              </a:rPr>
              <a:t>KHD  ｜  菊池 研太  ｜  2026-06-26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10058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KHD 3台セットアップ手順書  ｜  Mac1 / Mac2 / Mac3  ｜  2026-06-26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THE ANSWER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Hiragino Sans"/>
              </a:rPr>
              <a:t>「ボタンひとつ同期」できてる？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結論：初期コピー＝Apple／継続同期＝git（両方準備済）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783080"/>
            <a:ext cx="5486400" cy="393192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783080"/>
            <a:ext cx="548640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947672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AA2E26"/>
                </a:solidFill>
                <a:latin typeface="Hiragino Sans"/>
              </a:rPr>
              <a:t>✅ Apple でできる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14600"/>
            <a:ext cx="49377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A1A1A"/>
                </a:solidFill>
                <a:latin typeface="Hiragino Sans"/>
              </a:rPr>
              <a:t>iCloud・同一Apple ID（菊池研太）設定済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044952"/>
            <a:ext cx="49377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6E6E6E"/>
                </a:solidFill>
                <a:latin typeface="Hiragino Sans"/>
              </a:rPr>
              <a:t>→ 移行アシスタントでMac1→Mac3を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575304"/>
            <a:ext cx="49377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6E6E6E"/>
                </a:solidFill>
                <a:latin typeface="Hiragino Sans"/>
              </a:rPr>
              <a:t>　丸ごとコピー（ほぼボタン一発）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105656"/>
            <a:ext cx="49377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A1A1A"/>
                </a:solidFill>
                <a:latin typeface="Hiragino Sans"/>
              </a:rPr>
              <a:t>Handoff／コピペ共有／AirDrop 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36008"/>
            <a:ext cx="49377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A1A1A"/>
                </a:solidFill>
                <a:latin typeface="Hiragino Sans"/>
              </a:rPr>
              <a:t>3台で使える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9632" y="1783080"/>
            <a:ext cx="5486400" cy="393192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99632" y="1783080"/>
            <a:ext cx="548640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55664" y="1947672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8C241D"/>
                </a:solidFill>
                <a:latin typeface="Hiragino Sans"/>
              </a:rPr>
              <a:t>⚠️ Apple では無理 → git で解決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2514600"/>
            <a:ext cx="49377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A1A1A"/>
                </a:solidFill>
                <a:latin typeface="Hiragino Sans"/>
              </a:rPr>
              <a:t>“ずっとボタン一つで同期”はApple非対応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3044952"/>
            <a:ext cx="49377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6E6E6E"/>
                </a:solidFill>
                <a:latin typeface="Hiragino Sans"/>
              </a:rPr>
              <a:t>（iCloudはApple純正データだけ）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3575304"/>
            <a:ext cx="49377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A1A1A"/>
                </a:solidFill>
                <a:latin typeface="Hiragino Sans"/>
              </a:rPr>
              <a:t>作業フォルダ＆Claudeの記憶は対象外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3952" y="4105656"/>
            <a:ext cx="49377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8C241D"/>
                </a:solidFill>
                <a:latin typeface="Hiragino Sans"/>
              </a:rPr>
              <a:t>→ git（Drive内・設定済）で同期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3952" y="4636008"/>
            <a:ext cx="49377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6E6E6E"/>
                </a:solidFill>
                <a:latin typeface="Hiragino Sans"/>
              </a:rPr>
              <a:t>　コマンドはClaude代行＝実質ひと言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10058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KHD 3台セットアップ手順書  ｜  Mac1 / Mac2 / Mac3  ｜  2026-06-26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Hiragino Sans"/>
              </a:rPr>
              <a:t>全体像 ── 1アカウント・3台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正本はGoogle Drive内の2リポジトリ（両方push済）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783080"/>
            <a:ext cx="5486400" cy="228600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783080"/>
            <a:ext cx="548640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947672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AA2E26"/>
                </a:solidFill>
                <a:latin typeface="Hiragino Sans"/>
              </a:rPr>
              <a:t>khd_workspace.git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14600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A1A1A"/>
                </a:solidFill>
                <a:latin typeface="Hiragino Sans"/>
              </a:rPr>
              <a:t>作業フォルダ全体（資料・スプシ・秘書室）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063240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6E6E6E"/>
                </a:solidFill>
                <a:latin typeface="Hiragino Sans"/>
              </a:rPr>
              <a:t>~/01_honbu_docs_automation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9632" y="1783080"/>
            <a:ext cx="5486400" cy="228600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9632" y="1783080"/>
            <a:ext cx="548640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5664" y="1947672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AA2E26"/>
                </a:solidFill>
                <a:latin typeface="Hiragino Sans"/>
              </a:rPr>
              <a:t>khd_memory.git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2514600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A1A1A"/>
                </a:solidFill>
                <a:latin typeface="Hiragino Sans"/>
              </a:rPr>
              <a:t>Claudeの記憶（あなたの方針・過去の判断）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3063240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6E6E6E"/>
                </a:solidFill>
                <a:latin typeface="Hiragino Sans"/>
              </a:rPr>
              <a:t>~/.claude/.../memory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343400"/>
            <a:ext cx="11183112" cy="868680"/>
          </a:xfrm>
          <a:prstGeom prst="rect">
            <a:avLst/>
          </a:prstGeom>
          <a:solidFill>
            <a:srgbClr val="F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4343400"/>
            <a:ext cx="91440" cy="8686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43484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8C241D"/>
                </a:solidFill>
                <a:latin typeface="Hiragino Sans"/>
              </a:rPr>
              <a:t>置き場＝マイドライブ/KHD_git_remote/（ec-seller アカウント内）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837176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Hiragino Sans"/>
              </a:rPr>
              <a:t>iCloud＝Apple純正データ　｜　各Macで同じClaude(Anthropic)アカウントにログイン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10058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KHD 3台セットアップ手順書  ｜  Mac1 / Mac2 / Mac3  ｜  2026-06-26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MAC3 ｜ PHASE 1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Hiragino Sans"/>
              </a:rPr>
              <a:t>移行アシスタントで丸ごとコピー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「Mac1と同じ」を最速で作る（菊池さんが実施）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1783080"/>
            <a:ext cx="566928" cy="566928"/>
          </a:xfrm>
          <a:prstGeom prst="ellipse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Hiragino San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783080"/>
            <a:ext cx="101041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0" i="0">
                <a:solidFill>
                  <a:srgbClr val="1A1A1A"/>
                </a:solidFill>
                <a:latin typeface="Hiragino Sans"/>
              </a:rPr>
              <a:t>電源を入れる → 言語・国・Wi-Fi を選ぶ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2624328"/>
            <a:ext cx="566928" cy="566928"/>
          </a:xfrm>
          <a:prstGeom prst="ellipse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624328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Hiragino San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624328"/>
            <a:ext cx="101041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0" i="0">
                <a:solidFill>
                  <a:srgbClr val="1A1A1A"/>
                </a:solidFill>
                <a:latin typeface="Hiragino Sans"/>
              </a:rPr>
              <a:t>「情報を転送」画面で “Mac／Time Machine／起動ディスクから” を選ぶ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3465576"/>
            <a:ext cx="566928" cy="566928"/>
          </a:xfrm>
          <a:prstGeom prst="ellipse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46557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Hiragino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465576"/>
            <a:ext cx="101041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0" i="0">
                <a:solidFill>
                  <a:srgbClr val="1A1A1A"/>
                </a:solidFill>
                <a:latin typeface="Hiragino Sans"/>
              </a:rPr>
              <a:t>Mac1 を選び、転送する項目は全部チェック →「続ける」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306824"/>
            <a:ext cx="566928" cy="566928"/>
          </a:xfrm>
          <a:prstGeom prst="ellipse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306824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Hiragino San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306824"/>
            <a:ext cx="101041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0" i="0">
                <a:solidFill>
                  <a:srgbClr val="1A1A1A"/>
                </a:solidFill>
                <a:latin typeface="Hiragino Sans"/>
              </a:rPr>
              <a:t>終わるまで待つ（数十分）。アプリ・データ・設定がそのまま入る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5440680"/>
            <a:ext cx="11183112" cy="566928"/>
          </a:xfrm>
          <a:prstGeom prst="rect">
            <a:avLst/>
          </a:prstGeom>
          <a:solidFill>
            <a:srgbClr val="F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5440680"/>
            <a:ext cx="91440" cy="566928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53212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8C241D"/>
                </a:solidFill>
                <a:latin typeface="Hiragino Sans"/>
              </a:rPr>
              <a:t>Thunderboltケーブル直結が最速。Homebrew未導入でも移行で必要物（Node・claude等）は乗る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10058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KHD 3台セットアップ手順書  ｜  Mac1 / Mac2 / Mac3  ｜  2026-06-26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MAC3 ｜ PHASE 2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Hiragino Sans"/>
              </a:rPr>
              <a:t>サインイン ＆ Google Drive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同期の土台を通電する（菊池さんが実施）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1737360"/>
            <a:ext cx="566928" cy="566928"/>
          </a:xfrm>
          <a:prstGeom prst="ellipse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Hiragino San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737360"/>
            <a:ext cx="101041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0" i="0">
                <a:solidFill>
                  <a:srgbClr val="1A1A1A"/>
                </a:solidFill>
                <a:latin typeface="Hiragino Sans"/>
              </a:rPr>
              <a:t>Apple ID（kemkemsp@yahoo.co.jp）でサインイン・iCloud を ON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2560320"/>
            <a:ext cx="566928" cy="566928"/>
          </a:xfrm>
          <a:prstGeom prst="ellipse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560320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Hiragino San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560320"/>
            <a:ext cx="101041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0" i="0">
                <a:solidFill>
                  <a:srgbClr val="1A1A1A"/>
                </a:solidFill>
                <a:latin typeface="Hiragino Sans"/>
              </a:rPr>
              <a:t>画面上のGoogle Drive（雲アイコン）→ ec-seller@kikuchi-hd.net でログイン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3383280"/>
            <a:ext cx="566928" cy="566928"/>
          </a:xfrm>
          <a:prstGeom prst="ellipse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383280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Hiragino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383280"/>
            <a:ext cx="101041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0" i="0">
                <a:solidFill>
                  <a:srgbClr val="1A1A1A"/>
                </a:solidFill>
                <a:latin typeface="Hiragino Sans"/>
              </a:rPr>
              <a:t>Finder → サイドバー「Google Drive」→「マイドライブ」→「KHD_git_remote」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206240"/>
            <a:ext cx="566928" cy="566928"/>
          </a:xfrm>
          <a:prstGeom prst="ellipse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206240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Hiragino San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206240"/>
            <a:ext cx="101041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0" i="0">
                <a:solidFill>
                  <a:srgbClr val="1A1A1A"/>
                </a:solidFill>
                <a:latin typeface="Hiragino Sans"/>
              </a:rPr>
              <a:t>そのフォルダを右クリック →「オフラインで使用可能にする」にチェック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5349240"/>
            <a:ext cx="11183112" cy="566928"/>
          </a:xfrm>
          <a:prstGeom prst="rect">
            <a:avLst/>
          </a:prstGeom>
          <a:solidFill>
            <a:srgbClr val="F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5349240"/>
            <a:ext cx="91440" cy="566928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44068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8C241D"/>
                </a:solidFill>
                <a:latin typeface="Hiragino Sans"/>
              </a:rPr>
              <a:t>⚠️ ④の“オフラインで使用可能”を忘れると同期が失敗。ここだけ要注意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10058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KHD 3台セットアップ手順書  ｜  Mac1 / Mac2 / Mac3  ｜  2026-06-26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MAC3 ｜ PHASE 3-4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Hiragino Sans"/>
              </a:rPr>
              <a:t>同期 → Claude起動（ゴール）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ここまで来たらMac1と同じ状態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783080"/>
            <a:ext cx="5486400" cy="320040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783080"/>
            <a:ext cx="548640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947672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AA2E26"/>
                </a:solidFill>
                <a:latin typeface="Hiragino Sans"/>
              </a:rPr>
              <a:t>③ 同期（かんたん）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14600"/>
            <a:ext cx="49377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A1A1A"/>
                </a:solidFill>
                <a:latin typeface="Hiragino Sans"/>
              </a:rPr>
              <a:t>Claudeに「同期して」と言うだけ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044952"/>
            <a:ext cx="49377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6E6E6E"/>
                </a:solidFill>
                <a:latin typeface="Hiragino Sans"/>
              </a:rPr>
              <a:t>（git pull は Claude が実行）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575304"/>
            <a:ext cx="49377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A1A1A"/>
                </a:solidFill>
                <a:latin typeface="Hiragino Sans"/>
              </a:rPr>
              <a:t>→ 作業フォルダと記憶が最新になる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9632" y="1783080"/>
            <a:ext cx="5486400" cy="320040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1783080"/>
            <a:ext cx="548640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55664" y="1947672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AA2E26"/>
                </a:solidFill>
                <a:latin typeface="Hiragino Sans"/>
              </a:rPr>
              <a:t>④ Claude起動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2514600"/>
            <a:ext cx="49377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A1A1A"/>
                </a:solidFill>
                <a:latin typeface="Hiragino Sans"/>
              </a:rPr>
              <a:t>1. Launchpad →「その他」→「ターミナル」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3044952"/>
            <a:ext cx="49377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A1A1A"/>
                </a:solidFill>
                <a:latin typeface="Hiragino Sans"/>
              </a:rPr>
              <a:t>2. claude と打って Enter → ログイン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3575304"/>
            <a:ext cx="49377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A1A1A"/>
                </a:solidFill>
                <a:latin typeface="Hiragino Sans"/>
              </a:rPr>
              <a:t>3. 出るリンクで各連携(MCP)を許可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4105656"/>
            <a:ext cx="49377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A1A1A"/>
                </a:solidFill>
                <a:latin typeface="Hiragino Sans"/>
              </a:rPr>
              <a:t>4. /company と打つ → 秘書が起動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5257800"/>
            <a:ext cx="11183112" cy="566928"/>
          </a:xfrm>
          <a:prstGeom prst="rect">
            <a:avLst/>
          </a:prstGeom>
          <a:solidFill>
            <a:srgbClr val="F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5257800"/>
            <a:ext cx="91440" cy="566928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34924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8C241D"/>
                </a:solidFill>
                <a:latin typeface="Hiragino Sans"/>
              </a:rPr>
              <a:t>✓ 秘書が前回の続きを覚えていれば成功 ＝ Mac1と同じ状態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10058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KHD 3台セットアップ手順書  ｜  Mac1 / Mac2 / Mac3  ｜  2026-06-26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MAC2 ｜ ゆーしMac（PC初心者OK）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Hiragino Sans"/>
              </a:rPr>
              <a:t>むずかしい作業は本人にさせない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初回は菊池が代行／毎日はクリックだけ。推奨＝母艦に“画面で入る”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783080"/>
            <a:ext cx="5486400" cy="320040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783080"/>
            <a:ext cx="548640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947672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AA2E26"/>
                </a:solidFill>
                <a:latin typeface="Hiragino Sans"/>
              </a:rPr>
              <a:t>初回だけ（菊池が代行）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14600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A1A1A"/>
                </a:solidFill>
                <a:latin typeface="Hiragino Sans"/>
              </a:rPr>
              <a:t>母艦Mac3に「Chromeリモート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063240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A1A1A"/>
                </a:solidFill>
                <a:latin typeface="Hiragino Sans"/>
              </a:rPr>
              <a:t>デスクトップ」を設定（無料）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611880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8C241D"/>
                </a:solidFill>
                <a:latin typeface="Hiragino Sans"/>
              </a:rPr>
              <a:t>ゆーしのMacには何も入れない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160520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6E6E6E"/>
                </a:solidFill>
                <a:latin typeface="Hiragino Sans"/>
              </a:rPr>
              <a:t>→ 難しい設定はゆーし不要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9632" y="1783080"/>
            <a:ext cx="5486400" cy="320040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9632" y="1783080"/>
            <a:ext cx="548640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5664" y="1947672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AA2E26"/>
                </a:solidFill>
                <a:latin typeface="Hiragino Sans"/>
              </a:rPr>
              <a:t>毎日（ゆーしがやる事）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2514600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A1A1A"/>
                </a:solidFill>
                <a:latin typeface="Hiragino Sans"/>
              </a:rPr>
              <a:t>Chromeを開いてアイコンを押すだけ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3063240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A1A1A"/>
                </a:solidFill>
                <a:latin typeface="Hiragino Sans"/>
              </a:rPr>
              <a:t>母艦Mac3の画面がそのまま出る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3611880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A1A1A"/>
                </a:solidFill>
                <a:latin typeface="Hiragino Sans"/>
              </a:rPr>
              <a:t>→ その中でClaudeを使う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4160520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6E6E6E"/>
                </a:solidFill>
                <a:latin typeface="Hiragino Sans"/>
              </a:rPr>
              <a:t>（実際の処理は母艦が動く）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257800"/>
            <a:ext cx="11183112" cy="566928"/>
          </a:xfrm>
          <a:prstGeom prst="rect">
            <a:avLst/>
          </a:prstGeom>
          <a:solidFill>
            <a:srgbClr val="F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5257800"/>
            <a:ext cx="91440" cy="566928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34924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8C241D"/>
                </a:solidFill>
                <a:latin typeface="Hiragino Sans"/>
              </a:rPr>
              <a:t>なぜ？ ゆーしのMacにgitもClaudeも入れない＝壊れない・競合しない・実体は母艦1つ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10058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KHD 3台セットアップ手順書  ｜  Mac1 / Mac2 / Mac3  ｜  2026-06-26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MAC2 ｜ 毎日の使い方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Hiragino Sans"/>
              </a:rPr>
              <a:t>この4ステップだけ覚えればOK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むずかしい言葉ゼロ。最初の数回だけ一緒にやれば慣れます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1783080"/>
            <a:ext cx="566928" cy="566928"/>
          </a:xfrm>
          <a:prstGeom prst="ellipse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Hiragino San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783080"/>
            <a:ext cx="99212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1A1A1A"/>
                </a:solidFill>
                <a:latin typeface="Hiragino Sans"/>
              </a:rPr>
              <a:t>Chrome（カラフルな丸いアイコン）を開く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2660904"/>
            <a:ext cx="566928" cy="566928"/>
          </a:xfrm>
          <a:prstGeom prst="ellipse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660904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Hiragino San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660904"/>
            <a:ext cx="99212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1A1A1A"/>
                </a:solidFill>
                <a:latin typeface="Hiragino Sans"/>
              </a:rPr>
              <a:t>画面の「母艦Mac3」を押す →（最初だけ数字パスワード）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3538728"/>
            <a:ext cx="566928" cy="566928"/>
          </a:xfrm>
          <a:prstGeom prst="ellipse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538728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Hiragino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538728"/>
            <a:ext cx="99212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1A1A1A"/>
                </a:solidFill>
                <a:latin typeface="Hiragino Sans"/>
              </a:rPr>
              <a:t>母艦の画面が出る → いつものClaudeに話しかける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416552"/>
            <a:ext cx="566928" cy="566928"/>
          </a:xfrm>
          <a:prstGeom prst="ellipse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416552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Hiragino San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416552"/>
            <a:ext cx="99212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1A1A1A"/>
                </a:solidFill>
                <a:latin typeface="Hiragino Sans"/>
              </a:rPr>
              <a:t>終わったら、その窓を閉じるだけ（保存はClaudeが自動）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5486400"/>
            <a:ext cx="11183112" cy="566928"/>
          </a:xfrm>
          <a:prstGeom prst="rect">
            <a:avLst/>
          </a:prstGeom>
          <a:solidFill>
            <a:srgbClr val="F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5486400"/>
            <a:ext cx="91440" cy="566928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57784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8C241D"/>
                </a:solidFill>
                <a:latin typeface="Hiragino Sans"/>
              </a:rPr>
              <a:t>困ったら菊池さんにLINE。※本人PCで直接動かしたい時は、初回導入を菊池が全部代行→以後はアイコン1つ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10058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KHD 3台セットアップ手順書  ｜  Mac1 / Mac2 / Mac3  ｜  2026-06-26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DAILY OPS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Hiragino Sans"/>
              </a:rPr>
              <a:t>日々の運用 ── 鉄則は2つだけ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菊池さんもゆーしさんもgitは覚えなくていい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783080"/>
            <a:ext cx="5486400" cy="210312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783080"/>
            <a:ext cx="548640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947672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AA2E26"/>
                </a:solidFill>
                <a:latin typeface="Hiragino Sans"/>
              </a:rPr>
              <a:t>① 開始pull / 終了push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14600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A1A1A"/>
                </a:solidFill>
                <a:latin typeface="Hiragino Sans"/>
              </a:rPr>
              <a:t>作業開始＝git pull（最新を取込）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063240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A1A1A"/>
                </a:solidFill>
                <a:latin typeface="Hiragino Sans"/>
              </a:rPr>
              <a:t>作業終了＝git push（正本を更新）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611880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6E6E6E"/>
                </a:solidFill>
                <a:latin typeface="Hiragino Sans"/>
              </a:rPr>
              <a:t>どちらもClaudeが代行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9632" y="1783080"/>
            <a:ext cx="5486400" cy="210312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1783080"/>
            <a:ext cx="548640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55664" y="1947672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AA2E26"/>
                </a:solidFill>
                <a:latin typeface="Hiragino Sans"/>
              </a:rPr>
              <a:t>② 書き手は1台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2514600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A1A1A"/>
                </a:solidFill>
                <a:latin typeface="Hiragino Sans"/>
              </a:rPr>
              <a:t>母艦Mac3をマスターに固定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3063240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6E6E6E"/>
                </a:solidFill>
                <a:latin typeface="Hiragino Sans"/>
              </a:rPr>
              <a:t>同時に2人で同じ物を書き換えない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160520"/>
            <a:ext cx="11183112" cy="868680"/>
          </a:xfrm>
          <a:prstGeom prst="rect">
            <a:avLst/>
          </a:prstGeom>
          <a:solidFill>
            <a:srgbClr val="F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4160520"/>
            <a:ext cx="91440" cy="8686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25196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8C241D"/>
                </a:solidFill>
                <a:latin typeface="Hiragino Sans"/>
              </a:rPr>
              <a:t>📱 iPhone・Mac2は「母艦にリモートで入る」が安全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654296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Hiragino Sans"/>
              </a:rPr>
              <a:t>母艦を遠隔操作するだけ＝書き手が増えず競合ゼロ。複数台・同時ログインもOK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50800" cy="603504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AA2E26"/>
                </a:solidFill>
                <a:latin typeface="Hiragino Sans"/>
              </a:rPr>
              <a:t>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Hiragino Sans"/>
              </a:rPr>
              <a:t>この順でやれば、3台が立ち上がる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920240"/>
            <a:ext cx="5486400" cy="329184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920240"/>
            <a:ext cx="548640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2084832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AA2E26"/>
                </a:solidFill>
                <a:latin typeface="Hiragino Sans"/>
              </a:rPr>
              <a:t>Mac3（母艦・菊池）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51760"/>
            <a:ext cx="49377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A1A1A"/>
                </a:solidFill>
                <a:latin typeface="Hiragino Sans"/>
              </a:rPr>
              <a:t>□ 移行アシスタントで丸ごとコピー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182112"/>
            <a:ext cx="49377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A1A1A"/>
                </a:solidFill>
                <a:latin typeface="Hiragino Sans"/>
              </a:rPr>
              <a:t>□ Apple ID／Drive(ec-seller)サインイン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12464"/>
            <a:ext cx="49377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A1A1A"/>
                </a:solidFill>
                <a:latin typeface="Hiragino Sans"/>
              </a:rPr>
              <a:t>□ KHD_git_remote をオフライン化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242816"/>
            <a:ext cx="49377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A1A1A"/>
                </a:solidFill>
                <a:latin typeface="Hiragino Sans"/>
              </a:rPr>
              <a:t>□ 「同期して」でgit pull（Claude）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773168"/>
            <a:ext cx="49377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A1A1A"/>
                </a:solidFill>
                <a:latin typeface="Hiragino Sans"/>
              </a:rPr>
              <a:t>□ ターミナルで claude → /company 確認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9632" y="1920240"/>
            <a:ext cx="5486400" cy="329184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9632" y="1920240"/>
            <a:ext cx="548640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5664" y="2084832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AA2E26"/>
                </a:solidFill>
                <a:latin typeface="Hiragino Sans"/>
              </a:rPr>
              <a:t>Mac2（ゆーし・初心者）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2651760"/>
            <a:ext cx="49377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A1A1A"/>
                </a:solidFill>
                <a:latin typeface="Hiragino Sans"/>
              </a:rPr>
              <a:t>□【初回・菊池】母艦にChromeリモート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3182112"/>
            <a:ext cx="49377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6E6E6E"/>
                </a:solidFill>
                <a:latin typeface="Hiragino Sans"/>
              </a:rPr>
              <a:t>　 デスクトップを設定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3712464"/>
            <a:ext cx="49377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A1A1A"/>
                </a:solidFill>
                <a:latin typeface="Hiragino Sans"/>
              </a:rPr>
              <a:t>□【毎日・ゆーし】Chrome→母艦を押す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4242816"/>
            <a:ext cx="49377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A1A1A"/>
                </a:solidFill>
                <a:latin typeface="Hiragino Sans"/>
              </a:rPr>
              <a:t>□ 母艦の画面でClaudeに話しかける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4773168"/>
            <a:ext cx="49377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A1A1A"/>
                </a:solidFill>
                <a:latin typeface="Hiragino Sans"/>
              </a:rPr>
              <a:t>□ 終わったら窓を閉じる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5440680"/>
            <a:ext cx="1118311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555955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Hiragino Sans"/>
              </a:rPr>
              <a:t>KHD  ｜  3台・1アカウント・記憶まで同期  ｜  菊池 研太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
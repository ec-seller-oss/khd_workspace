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 ミーティング 準備シート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宿題共有 × 次回アクション確認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3154680"/>
            <a:ext cx="457200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37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作成: 2026-06-22 ｜ 更新しながら7/7に持参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4206240"/>
            <a:ext cx="2468880" cy="640080"/>
          </a:xfrm>
          <a:prstGeom prst="rect">
            <a:avLst/>
          </a:prstGeom>
          <a:solidFill>
            <a:srgbClr val="0D224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🟡 黄色 = これから記入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🟢 緑色 = 記入済み（完了）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前回（2026-06-16 飲み会）ふりかえり ※ 確認・補完してください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参加者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260604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渡辺社長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（元MD / E-PARK出身。クリニック開業支援業界のど真ん中）
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野口さん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（ソニー生命。開業検討医との接点あり）
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福井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（TAW社長。橋渡し役）
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宮崎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（オーロラFC協働。塾経営破産経験者）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420624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731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重要な発見（KHDの武器）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206240" cy="2606040"/>
          </a:xfrm>
          <a:prstGeom prst="rect">
            <a:avLst/>
          </a:prstGeom>
          <a:solidFill>
            <a:srgbClr val="F0FA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5C30"/>
                </a:solidFill>
              </a:rPr>
              <a:t>💰 MiSol（業界標準ツール）：初期65万 + 月5.2万
→ 初年度127万超。KHDはほぼゼロで同品質
</a:t>
            </a:r>
            <a:pPr indent="0" marL="0">
              <a:buNone/>
            </a:pPr>
            <a:r>
              <a:rPr lang="en-US" sz="1050" b="1" dirty="0">
                <a:solidFill>
                  <a:srgbClr val="1A5C30"/>
                </a:solidFill>
              </a:rPr>
              <a:t>📊 渡辺社長</a:t>
            </a:r>
            <a:pPr indent="0" marL="0">
              <a:buNone/>
            </a:pPr>
            <a:r>
              <a:rPr lang="en-US" sz="1050" dirty="0">
                <a:solidFill>
                  <a:srgbClr val="1A5C30"/>
                </a:solidFill>
              </a:rPr>
              <a:t>が診療圏調査に質問
→ KHDノウハウに価値を感じている
</a:t>
            </a:r>
            <a:pPr indent="0" marL="0">
              <a:buNone/>
            </a:pPr>
            <a:r>
              <a:rPr lang="en-US" sz="1050" b="1" dirty="0">
                <a:solidFill>
                  <a:srgbClr val="1A5C30"/>
                </a:solidFill>
              </a:rPr>
              <a:t>👥 野口さん</a:t>
            </a:r>
            <a:pPr indent="0" marL="0">
              <a:buNone/>
            </a:pPr>
            <a:r>
              <a:rPr lang="en-US" sz="1050" dirty="0">
                <a:solidFill>
                  <a:srgbClr val="1A5C30"/>
                </a:solidFill>
              </a:rPr>
              <a:t>経由で開業検討医リストが狙える
→ テナントアシスト案件110万/件に直結
</a:t>
            </a:r>
            <a:pPr indent="0" marL="0">
              <a:buNone/>
            </a:pPr>
            <a:r>
              <a:rPr lang="en-US" sz="1050" b="1" dirty="0">
                <a:solidFill>
                  <a:srgbClr val="1A5C30"/>
                </a:solidFill>
              </a:rPr>
              <a:t>🏢 emdi（gleasin）</a:t>
            </a:r>
            <a:pPr indent="0" marL="0">
              <a:buNone/>
            </a:pPr>
            <a:r>
              <a:rPr lang="en-US" sz="1050" dirty="0">
                <a:solidFill>
                  <a:srgbClr val="1A5C30"/>
                </a:solidFill>
              </a:rPr>
              <a:t> = 別セグメント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5C30"/>
                </a:solidFill>
              </a:rPr>
              <a:t>→ 競合でなく連携の可能性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8800"/>
                </a:solidFill>
              </a:rPr>
              <a:t>★ 上記に抜け漏れ・訂正があれば7/7前にメモしておく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宿題チェックリスト（7/7までに埋める）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3931920"/>
        </p:xfrm>
        <a:graphic>
          <a:graphicData uri="http://schemas.openxmlformats.org/drawingml/2006/table">
            <a:tbl>
              <a:tblPr/>
              <a:tblGrid>
                <a:gridCol w="411480"/>
                <a:gridCol w="3200400"/>
                <a:gridCol w="685800"/>
                <a:gridCol w="1188720"/>
                <a:gridCol w="3108960"/>
              </a:tblGrid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アクション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期限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状況 🟡埋める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メモ / 結果 🟡埋める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渡辺社長：御代田265診療圏レポート（匿名版）完成→送付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6/29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○/△/✕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渡辺社長：作り方ごとGIVEするメール送付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6/29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○/△/✕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③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野口さん：診療圏サンプルGIVE打診（LINE or メール）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7/3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○/△/✕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④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emdi「gleasin」の機能・料金詳細確認（emdi-lp.jp）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6/27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○/△/✕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渡辺社長の現職確認（emdi CEO か別会社か）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6/27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○/△/✕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宮崎：オーロラFC損益分岐シミュに塾破産の教訓を反映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6/25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○/△/✕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</a:rPr>
              <a:t>○ = 完了　△ = 進行中　✕ = 未着手　→ 7/7当日はこの表を見ながら共有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渡辺社長への「診療圏調査GIVE」進捗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レポート進捗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完成度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23774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08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　　　　　　 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476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匿名化（院名除去）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03704"/>
            <a:ext cx="23774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037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完了 / 未完了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6426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送付予定日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898648"/>
            <a:ext cx="23774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98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　6/　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7772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777240"/>
            <a:ext cx="26517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777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送付内容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12527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添付ファイル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508760"/>
            <a:ext cx="23774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508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（ファイル名）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19476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本文のポイント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203704"/>
            <a:ext cx="23774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2037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MiSolとの比較 ○/✕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6426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返信期待内容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2898648"/>
            <a:ext cx="23774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898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顧問料 / 紹介 / 共同開発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7772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777240"/>
            <a:ext cx="26517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777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渡辺社長の反応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12527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返信日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1508760"/>
            <a:ext cx="23774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508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　7/　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19476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反応・温度感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2203704"/>
            <a:ext cx="23774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2037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🔥😐🛟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26426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次の手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2898648"/>
            <a:ext cx="23774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898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（決めたこと）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8595360" cy="68580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8862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A5C"/>
                </a:solidFill>
              </a:rPr>
              <a:t>📌 7/7で共有するゴール：渡辺社長の反応から「①顧問料 ②案件紹介フィー ③共同サービス化」のどれかに方向が見えたか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野口さん（ソニー生命）＆ 宮崎 進捗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406908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41148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野口さん（ソニー生命）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アプローチ手段：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99616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96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（LINE / メール / 電話）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送付日：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57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（7/　　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GIVE内容：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163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（診療圏調査サンプル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（御代田匿名版））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369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反応・温度感：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（🔥😐🛟）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953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次の手：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33088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33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（（決めたこと））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749808"/>
            <a:ext cx="4114800" cy="4069080"/>
          </a:xfrm>
          <a:prstGeom prst="rect">
            <a:avLst/>
          </a:prstGeom>
          <a:solidFill>
            <a:srgbClr val="F0FA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749808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749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宮崎（オーロラFC）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12618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損益分岐シミュ更新：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1499616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4996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（完了 / 未完了）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19202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固定費リスク反映：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157984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157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（塾破産の教訓→数値化○/✕）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25786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7/7向け共有事項：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816352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8163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（（ポイント））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2369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オーロラ最新状況：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474720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（（店舗数・進捗））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8953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菊池への相談事項：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4133088"/>
            <a:ext cx="374904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133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（（ここを記入））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 ミーティング ゴール設定 × アジェンダ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834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ゴール①：渡辺社長との関係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33856"/>
            <a:ext cx="283464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33856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（7/7に向けて具体的なゴールを記入）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27832" y="749808"/>
            <a:ext cx="2834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7498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👥 ゴール②：野口さんとの関係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133856"/>
            <a:ext cx="283464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133856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（7/7に向けて具体的なゴールを記入）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749808"/>
            <a:ext cx="2834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7498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ゴール③：KHD診療圏外販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133856"/>
            <a:ext cx="283464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CCB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133856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000"/>
                </a:solidFill>
              </a:rPr>
              <a:t>（7/7に向けて具体的なゴールを記入）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148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当日アジェンダ（目安）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87168"/>
          <a:ext cx="8595360" cy="2377440"/>
        </p:xfrm>
        <a:graphic>
          <a:graphicData uri="http://schemas.openxmlformats.org/drawingml/2006/table">
            <a:tbl>
              <a:tblPr/>
              <a:tblGrid>
                <a:gridCol w="731520"/>
                <a:gridCol w="3749040"/>
                <a:gridCol w="914400"/>
                <a:gridCol w="320040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時間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内容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担当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補足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前回確認 × 宿題共有（スライド3をもとに）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菊池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宿題チェックリストを画面共有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渡辺社長への診療圏GIVE結果共有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　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野口さんアプローチ結果・温度感共有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　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emdi調査結果 → 連携 or 競合の判断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菊池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7/14以降のネクストアクション設計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全員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AAA000"/>
                          </a:solidFill>
                        </a:rPr>
                        <a:t>（ここを記入 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7/7ミーティング準備シート</dc:title>
  <dc:subject>PptxGenJS Presentation</dc:subject>
  <dc:creator>PptxGenJS</dc:creator>
  <cp:lastModifiedBy>PptxGenJS</cp:lastModifiedBy>
  <cp:revision>1</cp:revision>
  <dcterms:created xsi:type="dcterms:W3CDTF">2026-06-22T12:44:49Z</dcterms:created>
  <dcterms:modified xsi:type="dcterms:W3CDTF">2026-06-22T12:44:49Z</dcterms:modified>
</cp:coreProperties>
</file>
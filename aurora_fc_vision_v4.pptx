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mass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0992" cy="3796760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KHD ｜ 船橋・訪問マッサージ事業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371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在宅に、医療の手を。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7180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船橋エリアで、訪問マッサージの新しい拠点を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立ち上げます。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983480"/>
            <a:ext cx="539496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面談用資料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KHD 代表  菊池 研太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WE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立ち上げる体制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細かい説明は省きます。要は、実績ある仕組み × 承認済みエリア × 経営は私が回す、の3つです。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57400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オーロラの訪問マッサージFCの仕組みを活用。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医療保険×在宅のオペレーションは確立済み。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82112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82112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エリア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73552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船橋市はテリトリー承認済み。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後期高齢者8万人超／3駅圏の需要を狙える。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98264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98264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2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経営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489704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集客・ケアマネ連携・資金・事務はKHDが担う。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現場が施術に集中できる土台をつくる。</a:t>
            </a:r>
          </a:p>
        </p:txBody>
      </p:sp>
      <p:pic>
        <p:nvPicPr>
          <p:cNvPr id="18" name="Picture 17" descr="p_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103120"/>
            <a:ext cx="4023360" cy="3313355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7543800" y="5489627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船橋に構える事業拠点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TEAM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お任せしたいこと、私が引き受けること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現場の質はプロに敵いません。だから役割を分けて、お互いの強みで長く続く拠点をつくりたい。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534924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53492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Sans"/>
              </a:rPr>
              <a:t>現場 ──  あなたにお任せしたい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529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施術の質・臨床判断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387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11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患者さんとの信頼関係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9709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3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現場のオペレーション最適化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  <a:latin typeface="Hiragino Sans"/>
              </a:rPr>
              <a:t>プロの領域は、信頼してお任せします。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5349240" cy="3200400"/>
          </a:xfrm>
          <a:prstGeom prst="rect">
            <a:avLst/>
          </a:prstGeom>
          <a:solidFill>
            <a:srgbClr val="F1ECE1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34924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1214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Sans"/>
              </a:rPr>
              <a:t>経営 ──  私が引き受ける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80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8529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集客導線・ケアマネ連携の仕組み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5387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3511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資金・制度・許認可まわり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19709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4169663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事務・バックオフィス全般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00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  <a:latin typeface="Hiragino Sans"/>
              </a:rPr>
              <a:t>テリトリー・資金・仕組みは、私の責任で用意します。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8C241D"/>
                </a:solidFill>
                <a:latin typeface="Hiragino Sans"/>
              </a:rPr>
              <a:t>現場のプロ  ×  経営の仕組み  ──  どちらが欠けても続かない。だから組みたい。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働き方と、大切にしたい考え方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条件の細部は対話で決めたい。でも“考え方”だけは最初に揃えておきたいです。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640080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事業の芯にしたい考え方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0604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Hiragino Sans"/>
              </a:rPr>
              <a:t>売り込まない。相手目線でGIVEし、</a:t>
            </a:r>
          </a:p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Hiragino Sans"/>
              </a:rPr>
              <a:t>信頼の対価としていただく。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95935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患者さん・ケアマネさんに、まず誠実であること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970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471416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数を追うより、地域で長く信頼される拠点にすること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017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8348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働く人が、正当に報われる仕組みにすること</a:t>
            </a:r>
          </a:p>
        </p:txBody>
      </p:sp>
      <p:pic>
        <p:nvPicPr>
          <p:cNvPr id="15" name="Picture 14" descr="p_b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297680" cy="2313232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7315200" y="44348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処遇は、対話で決めます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00600"/>
            <a:ext cx="4297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経験・役割に正当に報いる前提で、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お互い納得できる形を一緒に決めたい。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固定の枠に当てはめるつもりはありません。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A DAY WITH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船橋で働く、1日のイメージ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数字はこれから一緒に詰めます。今わかっている範囲で、正直にお伝えします。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1日の流れ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在宅・施設へ訪問（1件20〜30分の施術）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移動は電動自転車／バイク中心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6393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無理なく回れる件数で設計。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詰め込んで数は追いません。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立ち上がりの支え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本部：研修・有資格者の紹介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7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保険請求（レセプト）は本部が代行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576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7" y="36393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集客・ケアマネ連携・事務はKHDが担当。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利用者の導線は医療ネットワークで作る。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これからの道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施術者 → 現場のまとめ役 → 拠点長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伸びたら若手をまとめる立場を。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その分、報酬も上げていく。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416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02336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立ち上げの貢献は、処遇で返します。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8C241D"/>
                </a:solidFill>
                <a:latin typeface="Hiragino Sans"/>
              </a:rPr>
              <a:t>無理に数を追わない。長く続けられるペースと報酬を、一緒に決めます。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YOU 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報酬の考え方（数字も正直に）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本部の標準モデルと、板橋店の実例をベースにお話しします。最終的な条件は対話で。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34924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4519"/>
            <a:ext cx="53492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56816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Sans"/>
              </a:rPr>
              <a:t>働き方は選べる（ご希望を優先）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① 業務委託（歩合）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件数に応じて 月20〜50万円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649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② パート（あマ指）＝安定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393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板橋店でも「パートが回しやすい」と好評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2394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96511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③ 固定＋歩合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生活の土台＋頑張りを上乗せ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C241D"/>
                </a:solidFill>
                <a:latin typeface="Hiragino Sans"/>
              </a:rPr>
              <a:t>※立ち上げ初期は無理に歩合一本にしない（板橋オーナー談）。安定する形から。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74519"/>
            <a:ext cx="5349240" cy="3383280"/>
          </a:xfrm>
          <a:prstGeom prst="rect">
            <a:avLst/>
          </a:prstGeom>
          <a:solidFill>
            <a:srgbClr val="F1ECE1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874519"/>
            <a:ext cx="5349240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956816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Sans"/>
              </a:rPr>
              <a:t>数字のベース（正直に）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6517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624328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施術単価：1件20分で 4,000〜4,500円（医療保険）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3172968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1日の訪問：標準11件前後（船橋は移動で調整）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7490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3721607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1人で月80〜100万円の売上＝伸ばせば報酬も伸びる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29767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4270247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集客・ケアマネ営業・レセプト・事務はKHDが担当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377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Hiragino Sans"/>
              </a:rPr>
              <a:t>※具体の歩合率・時給は対話で。実績・役割に正当に報いる前提です。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8C241D"/>
                </a:solidFill>
                <a:latin typeface="Hiragino Sans"/>
              </a:rPr>
              <a:t>板橋店は開業3ヶ月で黒字化。KHDは医師ネットワークで利用者導線が強く、立ち上がりをさらに速くできる。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88152" cy="3302443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FROM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371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5760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A1A"/>
                </a:solidFill>
                <a:latin typeface="Hiragino Sans"/>
              </a:rPr>
              <a:t>まずは、お互いを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A1A"/>
                </a:solidFill>
                <a:latin typeface="Hiragino Sans"/>
              </a:rPr>
              <a:t>知るところから。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94760"/>
            <a:ext cx="5577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今日は口説く場ではありません。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お互いに見極める場だと思っています。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気になる点は、何でも遠慮なく聞いてください。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440680"/>
            <a:ext cx="5394960" cy="731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KHD 代表  菊池 研太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
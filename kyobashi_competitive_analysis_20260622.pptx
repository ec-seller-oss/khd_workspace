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京橋クリニック　AI導入提案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競合（CLINICS / メドレー）vs KHDの隙間ポジション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0" y="3383280"/>
            <a:ext cx="4023360" cy="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566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2026-06-22　｜　04_コンサル本部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先生のニーズに対する　CLINICS（メドレー）の回答</a:t>
            </a:r>
            <a:endParaRPr lang="en-US" sz="1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13232"/>
          <a:ext cx="8595360" cy="3520440"/>
        </p:xfrm>
        <a:graphic>
          <a:graphicData uri="http://schemas.openxmlformats.org/drawingml/2006/table">
            <a:tbl>
              <a:tblPr/>
              <a:tblGrid>
                <a:gridCol w="2468880"/>
                <a:gridCol w="1554480"/>
                <a:gridCol w="2286000"/>
                <a:gridCol w="2286000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ニーズ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F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CLINICS対応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F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プラン制約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F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備考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F7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初診からのオンライン診療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7AE60"/>
                          </a:solidFill>
                        </a:rPr>
                        <a:t>○ 可能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</a:rPr>
                        <a:t>両プラン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厚労省条件あり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来院前の問診 → カルテ取込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67E22"/>
                          </a:solidFill>
                        </a:rPr>
                        <a:t>△ 設定型のみ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</a:rPr>
                        <a:t>トータルのみ自動取込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AI自立型ではない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音声 → カルテ自動記録（SOAP）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7AE60"/>
                          </a:solidFill>
                        </a:rPr>
                        <a:t>○ 可能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</a:rPr>
                        <a:t>トータルプランのみ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20円/分の従量課金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紹介状・診断書 AI下書き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67E22"/>
                          </a:solidFill>
                        </a:rPr>
                        <a:t>△ 開発中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</a:rPr>
                        <a:t>トータルプランのみ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6月リリース予定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予約・受付・キャッシュレス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7AE60"/>
                          </a:solidFill>
                        </a:rPr>
                        <a:t>○ 可能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</a:rPr>
                        <a:t>両プラン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LINE連絡・再来院導線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</a:rPr>
                        <a:t>✕ 予約連携のみ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Lステップ等が別途必要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レセプト・オンライン資格確認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7AE60"/>
                          </a:solidFill>
                        </a:rPr>
                        <a:t>○ 可能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</a:rPr>
                        <a:t>トータルプランのみ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HP改修・マーケティング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</a:rPr>
                        <a:t>✕ 範囲外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CLINICSにこの機能なし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IT導入補助金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</a:rPr>
                        <a:t>✕ 対象外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2026年度も非対象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315968"/>
            <a:ext cx="8595360" cy="548640"/>
          </a:xfrm>
          <a:prstGeom prst="rect">
            <a:avLst/>
          </a:prstGeom>
          <a:solidFill>
            <a:srgbClr val="FFF0EE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31596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電子カルテ移行コスト：初期費用100万円 + データ移行費用40万円 = 計140万円〜（IT導入補助金 対象外）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CLINICS の「空白地帯」＝ KHDの商圏</a:t>
            </a:r>
            <a:endParaRPr lang="en-US" sz="1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13232"/>
          <a:ext cx="8595360" cy="333756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657600"/>
              </a:tblGrid>
              <a:tr h="4767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カテゴリ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F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CLINICSができないこと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KHDが担う価値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0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3A5C"/>
                          </a:solidFill>
                        </a:rPr>
                        <a:t>患者コミュニケーション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</a:rPr>
                        <a:t>LINE直接連絡・フォロー不可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5C30"/>
                          </a:solidFill>
                        </a:rPr>
                        <a:t>LINEハーネス設計 → 再来院導線を構築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3A5C"/>
                          </a:solidFill>
                        </a:rPr>
                        <a:t>集患・マーケティング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</a:rPr>
                        <a:t>HP改修・集患機能なし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5C30"/>
                          </a:solidFill>
                        </a:rPr>
                        <a:t>HP導線改修（電話 → LINE/WEB化）</a:t>
                      </a:r>
                      <a:endParaRPr lang="en-US" sz="1000" dirty="0"/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5C30"/>
                          </a:solidFill>
                        </a:rPr>
                        <a:t>→ 中長期でHPリプレイスまで担当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3A5C"/>
                          </a:solidFill>
                        </a:rPr>
                        <a:t>経営課題翻訳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</a:rPr>
                        <a:t>ツール提供のみ（現場感なし）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5C30"/>
                          </a:solidFill>
                        </a:rPr>
                        <a:t>アンケート課題を「何を変えれば何が変わるか」に翻訳・優先順位付け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3A5C"/>
                          </a:solidFill>
                        </a:rPr>
                        <a:t>現場業務設計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</a:rPr>
                        <a:t>リモートサポートのみ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5C30"/>
                          </a:solidFill>
                        </a:rPr>
                        <a:t>月・水・木に現場観察 → 医療事務・看護師の動線改善提案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3A5C"/>
                          </a:solidFill>
                        </a:rPr>
                        <a:t>既存電カル活用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</a:rPr>
                        <a:t>電カル移行（140万円）が前提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5C30"/>
                          </a:solidFill>
                        </a:rPr>
                        <a:t>Stream Deckで中央ビジコムのまま入力効率化</a:t>
                      </a:r>
                      <a:endParaRPr lang="en-US" sz="1000" dirty="0"/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5C30"/>
                          </a:solidFill>
                        </a:rPr>
                        <a:t>（移行不要・即効性あり）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3A5C"/>
                          </a:solidFill>
                        </a:rPr>
                        <a:t>資金調達支援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</a:rPr>
                        <a:t>IT補助金対象外と答えるだけ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5C30"/>
                          </a:solidFill>
                        </a:rPr>
                        <a:t>事業再構築補助金等の代替制度を調査・提案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160520"/>
            <a:ext cx="8595360" cy="7040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160520"/>
            <a:ext cx="85953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CLINICSは「システム」を売る。　KHDは「使われる仕組み」ごと設計する。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 面談に向けたKHDの提案骨子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3063240"/>
          </a:xfrm>
          <a:prstGeom prst="rect">
            <a:avLst/>
          </a:prstGeom>
          <a:solidFill>
            <a:srgbClr val="EBF3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411480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宮崎レーン（技術）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Deck 実機デモ（電カル入力ショートカット）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電カル音声入力連携の検証結果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既存システムのまま動く（移行コストゼロ）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804672"/>
            <a:ext cx="4114800" cy="3063240"/>
          </a:xfrm>
          <a:prstGeom prst="rect">
            <a:avLst/>
          </a:prstGeom>
          <a:solidFill>
            <a:srgbClr val="F0FAF4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804672"/>
            <a:ext cx="4114800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80467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菊池レーン（患者導線）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HP導線監査結果（化学物質過敏症の電話問題）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LINE軽い提案 3案（患者フォロー自動化）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アンケート課題×対策表（医療事務3名・看護師3名分）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4005072"/>
            <a:ext cx="8595360" cy="868680"/>
          </a:xfrm>
          <a:prstGeom prst="rect">
            <a:avLst/>
          </a:prstGeom>
          <a:solidFill>
            <a:srgbClr val="FFFBE6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005072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次回  7/1（火）13:30　｜　CLINICSより「安く・早く・現場に刺さる」を証明する場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京橋クリニック AI導入提案 競合分析</dc:title>
  <dc:subject>PptxGenJS Presentation</dc:subject>
  <dc:creator>PptxGenJS</dc:creator>
  <cp:lastModifiedBy>PptxGenJS</cp:lastModifiedBy>
  <cp:revision>1</cp:revision>
  <dcterms:created xsi:type="dcterms:W3CDTF">2026-06-22T12:05:41Z</dcterms:created>
  <dcterms:modified xsi:type="dcterms:W3CDTF">2026-06-22T12:05:41Z</dcterms:modified>
</cp:coreProperties>
</file>
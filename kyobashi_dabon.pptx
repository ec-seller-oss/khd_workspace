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TALK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Hiragino Sans"/>
              </a:rPr>
              <a:t>先生＋医療事務に、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AA2E26"/>
                </a:solidFill>
                <a:latin typeface="Hiragino Sans"/>
              </a:rPr>
              <a:t>同時に見せる台本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Hiragino Sans"/>
              </a:rPr>
              <a:t>クリニック全体が良くなるイメージを、先生にも事務にも持ってもらう。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33832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Sans"/>
              </a:rPr>
              <a:t>売り込まない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効果が出た分だけ・やめられる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297680"/>
            <a:ext cx="33832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Sans"/>
              </a:rPr>
              <a:t>一緒に測る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9834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ベースライン→比較で公平・透明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4297680"/>
            <a:ext cx="33832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429768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Sans"/>
              </a:rPr>
              <a:t>小さく始める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9834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まず1つ無料で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98932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中核：相手目線でGIVE → 信頼の対価として収益（押し売りはしない）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先生＋医療事務 共通台本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WHO SEES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それぞれの『見たい点』に、名指しで触る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医療事務＝日々の負担／先生＝経営と自分。どちらか一方だけの話にしない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5120640"/>
                <a:gridCol w="4416552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テーマ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医療事務が見たい点（日々の負担）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先生が見たい点（経営・自分）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電話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鳴り止まない電話・クレーム対応が減る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人件費・離職リスクの低減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受付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聞き取り・紙→電カル転記の二度手間が消える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患者満足（待ち時間・連絡）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待ち時間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順番クレームが減る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院の回転・評判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月末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まとめ会計の残業が減る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残業代・労務リスク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自分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「私たちが楽になる」実感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先生ご自身の書類・連絡の手間も減る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→ 両方に「あなたの困りごとが、ここで減ります」と直接触れるのがコツ。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先生＋医療事務 共通台本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当日の流れ ── 6ステップの台本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つかみ → 実物 → 事務 → 先生 → 一緒に測る → 小さく始める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210312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0312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3969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冒頭（共通）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0662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「患者・先生・スタッフの三方が楽に。アンケートを読み込んで作りました」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92024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9202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5424" y="210312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10312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213969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動く実物デモ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0662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スマホでメニュー・問診・リマインドを実演。「掲示でなくスマホに届く」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92024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9202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210312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10312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13969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医療事務パート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70662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電話・転記・待ち時間クレーム・月末残業が「ここで」減る（名指しで）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8620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862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" y="406908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6908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10565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先生パート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" y="467258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残業/人件費/離職リスク・患者満足・先生の書類手間・数字で見える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34256" y="388620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34256" y="38862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35424" y="406908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406908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5776" y="410565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一緒に測る（KPI）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67258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導入前ベースライン→1〜2ヶ月で比較。指標は皆さんと相談して決める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5592" y="3886200"/>
            <a:ext cx="3611880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65592" y="38862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66760" y="406908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06908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410565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小さく始める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4672584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まず1つ無料で（再診リマインド or FAQ）。効果が出た分だけ・やめられる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先生＋医療事務 共通台本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具体的に、ここが楽になる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事務＝日々／先生＝経営。最後は「まず1つ無料で」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56616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Hiragino Sans"/>
              </a:rPr>
              <a:t>医療事務（あなたたちが楽に）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① 鳴り止まない電話 → FAQ自動応答が一次対応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② 聞き取り・電カル転記 → Web問診で来院前に取得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③ 待ち時間クレーム → 順番をLINEで自動通知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④ 月末まとめ会計の残業 → 定期受診リマインド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先生（経営とご自身）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688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① 残業・人件費・離職リスクの低減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127248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② 患者満足（待ち時間・連絡のスムーズさ）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785616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③ 先生ご自身の書類・連絡の手間も減る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443984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④ 効果が「数字」で見える（KPI測定）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77840"/>
            <a:ext cx="11183112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77840"/>
            <a:ext cx="91440" cy="685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57784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クロージング：まず1つだけ無料で（再診リマインド or FAQ）→ 導入前のベースライン測定からスタート。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
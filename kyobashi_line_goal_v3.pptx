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完成したらこうなる ── 患者とクリニック、両方が変わる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同じ仕組みを「患者の体験」と「クリニックの効果」に分けて整理（宮崎指摘を反映）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1118311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542032"/>
                <a:gridCol w="2331720"/>
                <a:gridCol w="2240280"/>
                <a:gridCol w="2240280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視点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予約・再診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Web問診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順番・待ち時間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FAQ自動応答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患者は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LINEで予約・変更ができる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来院前にスマホで記入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あと何人かをLINEで通知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質問に即・自動で回答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クリニックは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電話予約が減る・取りこぼし防止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受付の聞き取り・転記が消える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受付のクレーム対応が減る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難しい質問だけ電話＝本数が減る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80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患者は「便利・待ち時間が減る」／クリニックは「電話・転記・取りこぼしが減って残業が減る」。同じ仕組みの「裏表」。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8348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98348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98348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今できているのは、この表の中身ぜんぶの「実物」（スライド・リッチメニュー・動くデモ4本・リマインド3本・FAQ・問診・予約）。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15000"/>
            <a:ext cx="11183112" cy="56692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7150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7150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残るはクリニック固有値の確定と、LIVE化の同意（先生の「作ってOK」＋LINE登録の電話認証＝菊池の1タップ）。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WHY FEWER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なぜ電話が減るのか ── 自動応答チャットボット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問い合わせの大半をLINEが即・自動で解決。難しい質問だけ電話へ。受付の一次対応をLINEが肩代わりする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697480" cy="2240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1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患者の問い合わせ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3288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「今日やってる?」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「予約したい」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644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「持ち物は?」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3016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「本人確認は?」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735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874519"/>
            <a:ext cx="2788920" cy="2240280"/>
          </a:xfrm>
          <a:prstGeom prst="rect">
            <a:avLst/>
          </a:prstGeom>
          <a:solidFill>
            <a:srgbClr val="F4E4E2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1874519"/>
            <a:ext cx="27889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057399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LINEが自動で返信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87751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キーワード／FAQで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即・24時間・待たせず回答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（本人確認・受付ルール・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診療時間・予約方法 など）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739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874519"/>
            <a:ext cx="4754880" cy="105156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1874519"/>
            <a:ext cx="91440" cy="105156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2082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その場で解決 → 電話ゼロ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0487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よくある質問の大半（例：7〜8割）はLINEで完結。患者は電話不要・待ち時間ゼロ。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39"/>
            <a:ext cx="4754880" cy="105156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3063239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20954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難しい質問だけ → お電話をご案内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59359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自動で解決しない件のみ「お電話はこちら」。受付が出る電話が必要な分だけに絞られる。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受付が対応する電話の本数（イメージ）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183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現状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4718304"/>
            <a:ext cx="868680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4718304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全部 受付が出る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755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導入後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175504"/>
            <a:ext cx="8686800" cy="36576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4480" y="5175504"/>
            <a:ext cx="219456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175504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難しい分だけ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75504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E6E6E"/>
                </a:solidFill>
                <a:latin typeface="Hiragino Sans"/>
              </a:rPr>
              <a:t>LINEが解決（電話なし）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8521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8521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アンケート直結：事務の「鳴り止まない電話・クレーム対応」を、LINEの自動応答が一次対応で巻き取る → 受付が出る電話の本数が減る。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患者が使う画面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リッチメニューを押した先 ── この3画面の中身をつくる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【患者側の体験】完成後、患者はLINE内でここまで完結 → 【クリニック側】受付の聞き取り・紙→電カル転記が減る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ご予約・再診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39572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診療科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一般内科 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4436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希望日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443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6/28(土) 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49300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時間帯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9300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10:00 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予約を確定する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Web問診（来院前）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957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3957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発熱・咳・鼻水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8529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8529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胸の症状（CPAP）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3101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3101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既往歴：＿＿＿＿＿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7673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7673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服用中の薬：＿＿＿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送信する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よくある質問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395728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239572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本人確認・マイナ保険証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926080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92608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受付・順番のルール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456432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456432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化学物質過敏症のご相談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986784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398678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休診日・診療時間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① 予約フォーム（予約URL）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② Web問診フォーム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③ FAQページ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436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9436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①でつくるのは、この3画面の「中身」。アンケート直結：予約=CPAP離脱対策／問診=待ち時間短縮／FAQ=本人確認・化学物質過敏症の電話を減らす。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患者に届くメッセージ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自動で届く ── 再診リマインド3本の中身をつくる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【患者側】患者のLINEにこう届く → 【クリニック側】CPAPの取りこぼしが減り、月末の残業が減る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4114800" cy="4160520"/>
          </a:xfrm>
          <a:prstGeom prst="roundRect">
            <a:avLst/>
          </a:prstGeom>
          <a:solidFill>
            <a:srgbClr val="97B3C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京橋クリニック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【京橋クリニック】CPAPをご利用の皆さまへ。今月の定期診察の時期です。データ確認と処方のため、ご予約をお願いします ▶ ご予約はこちら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75888"/>
            <a:ext cx="3566160" cy="932688"/>
          </a:xfrm>
          <a:prstGeom prst="rect">
            <a:avLst/>
          </a:prstGeom>
          <a:solidFill>
            <a:srgbClr val="8DE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75888"/>
            <a:ext cx="334670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3360A"/>
                </a:solidFill>
                <a:latin typeface="Hiragino Sans"/>
              </a:rPr>
              <a:t>ご予約ありがとうございます。6/28(土)10:00 でお取りしました。変更は『予約変更』とお送りください。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718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18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明日6/28(土)10:00 のご予約です。保険証をお持ちください。来院前のWeb問診で待ち時間が短くなります ▶ 問診を始める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828800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828800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93852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CPAP定期リマインド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317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タイミング：毎月初／対象=CPAP・定期タグ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59689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狙い：毎月来ない人の取りこぼし防止＝月末まとめ会計の残業を削る（効果が数字で出る一手）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127248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3127248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2369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② 予約確認（自動返信）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6301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タイミング：予約された直後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9534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狙い：予約の取り違え・無断キャンセルを防ぐ。変更導線もLINE内に集約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425696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4425696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53542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③ 前日リマインド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2861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タイミング：予約前日18時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19379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狙い：来院率UP＋Web問診へ誘導で当日の受付・待ち時間を短縮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0807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60807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②でつくるのは、この3本の「文面」。配信はエルメ無料で着手 → 来院率と月末残業を1〜2ヶ月測れば、成果報酬の根拠になる。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
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7"/>
  </p:notesMasterIdLst>
  <p:handoutMasterIdLst>
    <p:handoutMasterId r:id="rId28"/>
  </p:handoutMasterIdLst>
  <p:sldIdLst>
    <p:sldId id="256" r:id="rId2"/>
    <p:sldId id="258" r:id="rId3"/>
    <p:sldId id="317" r:id="rId4"/>
    <p:sldId id="318" r:id="rId5"/>
    <p:sldId id="319" r:id="rId6"/>
    <p:sldId id="302" r:id="rId7"/>
    <p:sldId id="314" r:id="rId8"/>
    <p:sldId id="259" r:id="rId9"/>
    <p:sldId id="309" r:id="rId10"/>
    <p:sldId id="262" r:id="rId11"/>
    <p:sldId id="292" r:id="rId12"/>
    <p:sldId id="293" r:id="rId13"/>
    <p:sldId id="295" r:id="rId14"/>
    <p:sldId id="297" r:id="rId15"/>
    <p:sldId id="304" r:id="rId16"/>
    <p:sldId id="316" r:id="rId17"/>
    <p:sldId id="299" r:id="rId18"/>
    <p:sldId id="315" r:id="rId19"/>
    <p:sldId id="298" r:id="rId20"/>
    <p:sldId id="300" r:id="rId21"/>
    <p:sldId id="301" r:id="rId22"/>
    <p:sldId id="271" r:id="rId23"/>
    <p:sldId id="305" r:id="rId24"/>
    <p:sldId id="265" r:id="rId25"/>
    <p:sldId id="313" r:id="rId26"/>
  </p:sldIdLst>
  <p:sldSz cx="9144000" cy="6858000" type="screen4x3"/>
  <p:notesSz cx="6858000" cy="9144000"/>
  <p:defaultTextStyle>
    <a:defPPr>
      <a:defRPr lang="ja-JP"/>
    </a:defPPr>
    <a:lvl1pPr algn="l" rtl="0" eaLnBrk="0" fontAlgn="base" hangingPunct="0">
      <a:spcBef>
        <a:spcPct val="0"/>
      </a:spcBef>
      <a:spcAft>
        <a:spcPct val="0"/>
      </a:spcAft>
      <a:defRPr kumimoji="1"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kumimoji="1"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kumimoji="1"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kumimoji="1"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kumimoji="1"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kumimoji="1"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kumimoji="1"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kumimoji="1"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kumimoji="1"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64D"/>
    <a:srgbClr val="005294"/>
    <a:srgbClr val="0065BD"/>
    <a:srgbClr val="005395"/>
    <a:srgbClr val="5C7F92"/>
    <a:srgbClr val="3346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56" autoAdjust="0"/>
    <p:restoredTop sz="94660"/>
  </p:normalViewPr>
  <p:slideViewPr>
    <p:cSldViewPr snapToGrid="0" showGuides="1">
      <p:cViewPr varScale="1">
        <p:scale>
          <a:sx n="103" d="100"/>
          <a:sy n="103" d="100"/>
        </p:scale>
        <p:origin x="228" y="102"/>
      </p:cViewPr>
      <p:guideLst>
        <p:guide orient="horz" pos="2160"/>
        <p:guide pos="2880"/>
      </p:guideLst>
    </p:cSldViewPr>
  </p:slideViewPr>
  <p:notesTextViewPr>
    <p:cViewPr>
      <p:scale>
        <a:sx n="125" d="100"/>
        <a:sy n="125" d="100"/>
      </p:scale>
      <p:origin x="0" y="0"/>
    </p:cViewPr>
  </p:notesTextViewPr>
  <p:notesViewPr>
    <p:cSldViewPr snapToGrid="0" showGuides="1">
      <p:cViewPr varScale="1">
        <p:scale>
          <a:sx n="48" d="100"/>
          <a:sy n="48" d="100"/>
        </p:scale>
        <p:origin x="2754"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18E45FC-A0C8-41EE-B514-E71EB1CF6B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ja-JP" altLang="en-US"/>
          </a:p>
        </p:txBody>
      </p:sp>
      <p:sp>
        <p:nvSpPr>
          <p:cNvPr id="3" name="日付プレースホルダー 2">
            <a:extLst>
              <a:ext uri="{FF2B5EF4-FFF2-40B4-BE49-F238E27FC236}">
                <a16:creationId xmlns:a16="http://schemas.microsoft.com/office/drawing/2014/main" id="{F3D557DF-22CC-4F43-954D-D388C14660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55A2ABB-A587-4D4D-83C9-3A0D48BDBB27}" type="datetimeFigureOut">
              <a:rPr lang="ja-JP" altLang="en-US"/>
              <a:pPr>
                <a:defRPr/>
              </a:pPr>
              <a:t>2026/3/17</a:t>
            </a:fld>
            <a:endParaRPr lang="ja-JP" altLang="en-US"/>
          </a:p>
        </p:txBody>
      </p:sp>
      <p:sp>
        <p:nvSpPr>
          <p:cNvPr id="4" name="フッター プレースホルダー 3">
            <a:extLst>
              <a:ext uri="{FF2B5EF4-FFF2-40B4-BE49-F238E27FC236}">
                <a16:creationId xmlns:a16="http://schemas.microsoft.com/office/drawing/2014/main" id="{1688CB8E-D27A-4361-9418-BE4D2CC7C9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ja-JP" altLang="en-US"/>
          </a:p>
        </p:txBody>
      </p:sp>
      <p:sp>
        <p:nvSpPr>
          <p:cNvPr id="5" name="スライド番号プレースホルダー 4">
            <a:extLst>
              <a:ext uri="{FF2B5EF4-FFF2-40B4-BE49-F238E27FC236}">
                <a16:creationId xmlns:a16="http://schemas.microsoft.com/office/drawing/2014/main" id="{FEC88BB5-78D8-4179-B2F2-C207EAD7F748}"/>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3361E5B5-82AC-44E7-934A-0DF11CB991A9}" type="slidenum">
              <a:rPr lang="ja-JP" altLang="en-US"/>
              <a:pPr>
                <a:defRPr/>
              </a:pPr>
              <a:t>‹#›</a:t>
            </a:fld>
            <a:endParaRPr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305CF3D-5A49-4238-88D7-78B3B16CE3D0}"/>
              </a:ext>
            </a:extLst>
          </p:cNvPr>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atin typeface="Arial" charset="0"/>
                <a:ea typeface="ヒラギノ角ゴ Pro W3" charset="0"/>
                <a:cs typeface="ヒラギノ角ゴ Pro W3" charset="0"/>
              </a:defRPr>
            </a:lvl1pPr>
          </a:lstStyle>
          <a:p>
            <a:pPr>
              <a:defRPr/>
            </a:pPr>
            <a:endParaRPr lang="en-US" altLang="ja-JP"/>
          </a:p>
        </p:txBody>
      </p:sp>
      <p:sp>
        <p:nvSpPr>
          <p:cNvPr id="8195" name="Rectangle 3">
            <a:extLst>
              <a:ext uri="{FF2B5EF4-FFF2-40B4-BE49-F238E27FC236}">
                <a16:creationId xmlns:a16="http://schemas.microsoft.com/office/drawing/2014/main" id="{7E707B80-93FC-4C7A-B624-E6B8C1821133}"/>
              </a:ext>
            </a:extLst>
          </p:cNvPr>
          <p:cNvSpPr>
            <a:spLocks noGrp="1" noChangeArrowheads="1"/>
          </p:cNvSpPr>
          <p:nvPr>
            <p:ph type="dt" idx="1"/>
          </p:nvPr>
        </p:nvSpPr>
        <p:spPr bwMode="auto">
          <a:xfrm>
            <a:off x="388620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ヒラギノ角ゴ Pro W3" charset="0"/>
                <a:cs typeface="ヒラギノ角ゴ Pro W3" charset="0"/>
              </a:defRPr>
            </a:lvl1pPr>
          </a:lstStyle>
          <a:p>
            <a:pPr>
              <a:defRPr/>
            </a:pPr>
            <a:endParaRPr lang="en-US" altLang="ja-JP"/>
          </a:p>
        </p:txBody>
      </p:sp>
      <p:sp>
        <p:nvSpPr>
          <p:cNvPr id="3076" name="Rectangle 4">
            <a:extLst>
              <a:ext uri="{FF2B5EF4-FFF2-40B4-BE49-F238E27FC236}">
                <a16:creationId xmlns:a16="http://schemas.microsoft.com/office/drawing/2014/main" id="{60AD03C7-DF09-4E87-9837-36D37718B98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A8AA2CC5-64FF-4AAA-854C-81C95E12E7D8}"/>
              </a:ext>
            </a:extLst>
          </p:cNvPr>
          <p:cNvSpPr>
            <a:spLocks noGrp="1" noChangeArrowheads="1"/>
          </p:cNvSpPr>
          <p:nvPr>
            <p:ph type="body" sz="quarter" idx="3"/>
          </p:nvPr>
        </p:nvSpPr>
        <p:spPr bwMode="auto">
          <a:xfrm>
            <a:off x="914400" y="4343400"/>
            <a:ext cx="50292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ja-JP" altLang="en-US" noProof="0"/>
              <a:t>マスタ</a:t>
            </a:r>
            <a:r>
              <a:rPr lang="en-US" altLang="ja-JP" noProof="0"/>
              <a:t> </a:t>
            </a:r>
            <a:r>
              <a:rPr lang="ja-JP" altLang="en-US" noProof="0"/>
              <a:t>テキストの書式設定</a:t>
            </a:r>
            <a:endParaRPr lang="en-US" altLang="ja-JP" noProof="0"/>
          </a:p>
          <a:p>
            <a:pPr lvl="1"/>
            <a:r>
              <a:rPr lang="ja-JP" altLang="en-US" noProof="0"/>
              <a:t>第</a:t>
            </a:r>
            <a:r>
              <a:rPr lang="en-US" altLang="ja-JP" noProof="0"/>
              <a:t> 2 </a:t>
            </a:r>
            <a:r>
              <a:rPr lang="ja-JP" altLang="en-US" noProof="0"/>
              <a:t>レベル</a:t>
            </a:r>
            <a:endParaRPr lang="en-US" altLang="ja-JP" noProof="0"/>
          </a:p>
          <a:p>
            <a:pPr lvl="2"/>
            <a:r>
              <a:rPr lang="ja-JP" altLang="en-US" noProof="0"/>
              <a:t>第</a:t>
            </a:r>
            <a:r>
              <a:rPr lang="en-US" altLang="ja-JP" noProof="0"/>
              <a:t> 3 </a:t>
            </a:r>
            <a:r>
              <a:rPr lang="ja-JP" altLang="en-US" noProof="0"/>
              <a:t>レベル</a:t>
            </a:r>
            <a:endParaRPr lang="en-US" altLang="ja-JP" noProof="0"/>
          </a:p>
          <a:p>
            <a:pPr lvl="3"/>
            <a:r>
              <a:rPr lang="ja-JP" altLang="en-US" noProof="0"/>
              <a:t>第</a:t>
            </a:r>
            <a:r>
              <a:rPr lang="en-US" altLang="ja-JP" noProof="0"/>
              <a:t> 4 </a:t>
            </a:r>
            <a:r>
              <a:rPr lang="ja-JP" altLang="en-US" noProof="0"/>
              <a:t>レベル</a:t>
            </a:r>
            <a:endParaRPr lang="en-US" altLang="ja-JP" noProof="0"/>
          </a:p>
          <a:p>
            <a:pPr lvl="4"/>
            <a:r>
              <a:rPr lang="ja-JP" altLang="en-US" noProof="0"/>
              <a:t>第</a:t>
            </a:r>
            <a:r>
              <a:rPr lang="en-US" altLang="ja-JP" noProof="0"/>
              <a:t> 5 </a:t>
            </a:r>
            <a:r>
              <a:rPr lang="ja-JP" altLang="en-US" noProof="0"/>
              <a:t>レベル</a:t>
            </a:r>
          </a:p>
        </p:txBody>
      </p:sp>
      <p:sp>
        <p:nvSpPr>
          <p:cNvPr id="8198" name="Rectangle 6">
            <a:extLst>
              <a:ext uri="{FF2B5EF4-FFF2-40B4-BE49-F238E27FC236}">
                <a16:creationId xmlns:a16="http://schemas.microsoft.com/office/drawing/2014/main" id="{361B7198-2B09-479A-BE94-A859783CA103}"/>
              </a:ext>
            </a:extLst>
          </p:cNvPr>
          <p:cNvSpPr>
            <a:spLocks noGrp="1" noChangeArrowheads="1"/>
          </p:cNvSpPr>
          <p:nvPr>
            <p:ph type="ftr" sz="quarter" idx="4"/>
          </p:nvPr>
        </p:nvSpPr>
        <p:spPr bwMode="auto">
          <a:xfrm>
            <a:off x="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atin typeface="Arial" charset="0"/>
                <a:ea typeface="ヒラギノ角ゴ Pro W3" charset="0"/>
                <a:cs typeface="ヒラギノ角ゴ Pro W3" charset="0"/>
              </a:defRPr>
            </a:lvl1pPr>
          </a:lstStyle>
          <a:p>
            <a:pPr>
              <a:defRPr/>
            </a:pPr>
            <a:endParaRPr lang="en-US" altLang="ja-JP"/>
          </a:p>
        </p:txBody>
      </p:sp>
      <p:sp>
        <p:nvSpPr>
          <p:cNvPr id="8199" name="Rectangle 7">
            <a:extLst>
              <a:ext uri="{FF2B5EF4-FFF2-40B4-BE49-F238E27FC236}">
                <a16:creationId xmlns:a16="http://schemas.microsoft.com/office/drawing/2014/main" id="{D25A38A2-B0BC-4C83-B550-8D64F47111EB}"/>
              </a:ext>
            </a:extLst>
          </p:cNvPr>
          <p:cNvSpPr>
            <a:spLocks noGrp="1" noChangeArrowheads="1"/>
          </p:cNvSpPr>
          <p:nvPr>
            <p:ph type="sldNum" sz="quarter" idx="5"/>
          </p:nvPr>
        </p:nvSpPr>
        <p:spPr bwMode="auto">
          <a:xfrm>
            <a:off x="388620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A22D038-DF33-4197-BDA5-5D9C4A27FFE2}"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ヒラギノ角ゴ Pro W3" charset="0"/>
        <a:cs typeface="ヒラギノ角ゴ Pro W3" charset="0"/>
      </a:defRPr>
    </a:lvl1pPr>
    <a:lvl2pPr marL="457200" algn="l" rtl="0" eaLnBrk="0" fontAlgn="base" hangingPunct="0">
      <a:spcBef>
        <a:spcPct val="30000"/>
      </a:spcBef>
      <a:spcAft>
        <a:spcPct val="0"/>
      </a:spcAft>
      <a:defRPr kumimoji="1" sz="1200" kern="1200">
        <a:solidFill>
          <a:schemeClr val="tx1"/>
        </a:solidFill>
        <a:latin typeface="Arial" charset="0"/>
        <a:ea typeface="ヒラギノ角ゴ Pro W3" charset="0"/>
        <a:cs typeface="ヒラギノ角ゴ Pro W3" charset="0"/>
      </a:defRPr>
    </a:lvl2pPr>
    <a:lvl3pPr marL="914400" algn="l" rtl="0" eaLnBrk="0" fontAlgn="base" hangingPunct="0">
      <a:spcBef>
        <a:spcPct val="30000"/>
      </a:spcBef>
      <a:spcAft>
        <a:spcPct val="0"/>
      </a:spcAft>
      <a:defRPr kumimoji="1" sz="12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30000"/>
      </a:spcBef>
      <a:spcAft>
        <a:spcPct val="0"/>
      </a:spcAft>
      <a:defRPr kumimoji="1" sz="12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30000"/>
      </a:spcBef>
      <a:spcAft>
        <a:spcPct val="0"/>
      </a:spcAft>
      <a:defRPr kumimoji="1" sz="12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5FCED41-C105-4F99-BA3A-BA468984EA8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A79AEF8A-90A6-4F12-B297-19B105DE39AE}" type="slidenum">
              <a:rPr lang="en-US" altLang="ja-JP" sz="1200" smtClean="0"/>
              <a:pPr/>
              <a:t>1</a:t>
            </a:fld>
            <a:endParaRPr lang="en-US" altLang="ja-JP" sz="1200"/>
          </a:p>
        </p:txBody>
      </p:sp>
      <p:sp>
        <p:nvSpPr>
          <p:cNvPr id="6147" name="Rectangle 2">
            <a:extLst>
              <a:ext uri="{FF2B5EF4-FFF2-40B4-BE49-F238E27FC236}">
                <a16:creationId xmlns:a16="http://schemas.microsoft.com/office/drawing/2014/main" id="{C61BB8E7-B6F8-4F1D-B134-33521FDC818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A17853C5-2E04-44E7-88F2-5F09A9EAA51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ja-JP" altLang="en-US">
              <a:latin typeface="Arial" panose="020B0604020202020204" pitchFamily="34" charset="0"/>
              <a:ea typeface="ヒラギノ角ゴ Pro W3"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 イメージ プレースホルダー 1">
            <a:extLst>
              <a:ext uri="{FF2B5EF4-FFF2-40B4-BE49-F238E27FC236}">
                <a16:creationId xmlns:a16="http://schemas.microsoft.com/office/drawing/2014/main" id="{E5D7EC96-E43E-4202-8389-6D6DE567B4B3}"/>
              </a:ext>
            </a:extLst>
          </p:cNvPr>
          <p:cNvSpPr>
            <a:spLocks noGrp="1" noRot="1" noChangeAspect="1" noChangeArrowheads="1" noTextEdit="1"/>
          </p:cNvSpPr>
          <p:nvPr>
            <p:ph type="sldImg"/>
          </p:nvPr>
        </p:nvSpPr>
        <p:spPr>
          <a:ln/>
        </p:spPr>
      </p:sp>
      <p:sp>
        <p:nvSpPr>
          <p:cNvPr id="8195" name="ノート プレースホルダー 2">
            <a:extLst>
              <a:ext uri="{FF2B5EF4-FFF2-40B4-BE49-F238E27FC236}">
                <a16:creationId xmlns:a16="http://schemas.microsoft.com/office/drawing/2014/main" id="{CF032AF2-7668-416A-9C3D-DF7119F5088F}"/>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8196" name="スライド番号プレースホルダー 3">
            <a:extLst>
              <a:ext uri="{FF2B5EF4-FFF2-40B4-BE49-F238E27FC236}">
                <a16:creationId xmlns:a16="http://schemas.microsoft.com/office/drawing/2014/main" id="{9CDD6F06-D55D-4EC5-B303-56EC80326BA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1788" indent="-228600">
              <a:defRPr kumimoji="1" sz="2400">
                <a:solidFill>
                  <a:schemeClr val="tx1"/>
                </a:solidFill>
                <a:latin typeface="Arial" panose="020B0604020202020204" pitchFamily="34" charset="0"/>
                <a:ea typeface="ヒラギノ角ゴ Pro W3" charset="-128"/>
              </a:defRPr>
            </a:lvl4pPr>
            <a:lvl5pPr marL="2058988" indent="-228600">
              <a:defRPr kumimoji="1" sz="2400">
                <a:solidFill>
                  <a:schemeClr val="tx1"/>
                </a:solidFill>
                <a:latin typeface="Arial" panose="020B0604020202020204" pitchFamily="34" charset="0"/>
                <a:ea typeface="ヒラギノ角ゴ Pro W3" charset="-128"/>
              </a:defRPr>
            </a:lvl5pPr>
            <a:lvl6pPr marL="2516188"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3388"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30588"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7788"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DEDE78E8-1BE6-4CAD-BA70-886B2599EC86}" type="slidenum">
              <a:rPr lang="en-US" altLang="ja-JP" sz="1200" smtClean="0"/>
              <a:pPr/>
              <a:t>2</a:t>
            </a:fld>
            <a:endParaRPr lang="en-US" altLang="ja-JP"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a:extLst>
              <a:ext uri="{FF2B5EF4-FFF2-40B4-BE49-F238E27FC236}">
                <a16:creationId xmlns:a16="http://schemas.microsoft.com/office/drawing/2014/main" id="{927CF393-460A-4737-BC2D-EE8170B8A3CF}"/>
              </a:ext>
            </a:extLst>
          </p:cNvPr>
          <p:cNvSpPr>
            <a:spLocks noGrp="1" noRot="1" noChangeAspect="1" noChangeArrowheads="1" noTextEdit="1"/>
          </p:cNvSpPr>
          <p:nvPr>
            <p:ph type="sldImg"/>
          </p:nvPr>
        </p:nvSpPr>
        <p:spPr>
          <a:ln/>
        </p:spPr>
      </p:sp>
      <p:sp>
        <p:nvSpPr>
          <p:cNvPr id="14339" name="ノート プレースホルダー 2">
            <a:extLst>
              <a:ext uri="{FF2B5EF4-FFF2-40B4-BE49-F238E27FC236}">
                <a16:creationId xmlns:a16="http://schemas.microsoft.com/office/drawing/2014/main" id="{639CCD50-2C7A-49A0-A50A-DF3F9D7C1EF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14340" name="スライド番号プレースホルダー 3">
            <a:extLst>
              <a:ext uri="{FF2B5EF4-FFF2-40B4-BE49-F238E27FC236}">
                <a16:creationId xmlns:a16="http://schemas.microsoft.com/office/drawing/2014/main" id="{60E42DCB-1E56-4C24-A30E-073BEC67CE3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7F8092B1-EF01-4221-AFD0-3AD6DC15088B}" type="slidenum">
              <a:rPr lang="en-US" altLang="ja-JP" sz="1200" smtClean="0"/>
              <a:pPr/>
              <a:t>10</a:t>
            </a:fld>
            <a:endParaRPr lang="en-US" altLang="ja-JP"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 イメージ プレースホルダー 1">
            <a:extLst>
              <a:ext uri="{FF2B5EF4-FFF2-40B4-BE49-F238E27FC236}">
                <a16:creationId xmlns:a16="http://schemas.microsoft.com/office/drawing/2014/main" id="{E857F61E-C50D-464B-B119-01C8E82ED803}"/>
              </a:ext>
            </a:extLst>
          </p:cNvPr>
          <p:cNvSpPr>
            <a:spLocks noGrp="1" noRot="1" noChangeAspect="1" noChangeArrowheads="1" noTextEdit="1"/>
          </p:cNvSpPr>
          <p:nvPr>
            <p:ph type="sldImg"/>
          </p:nvPr>
        </p:nvSpPr>
        <p:spPr>
          <a:ln/>
        </p:spPr>
      </p:sp>
      <p:sp>
        <p:nvSpPr>
          <p:cNvPr id="16387" name="ノート プレースホルダー 2">
            <a:extLst>
              <a:ext uri="{FF2B5EF4-FFF2-40B4-BE49-F238E27FC236}">
                <a16:creationId xmlns:a16="http://schemas.microsoft.com/office/drawing/2014/main" id="{6567F66B-9C8A-4103-8D2D-DE3387EDDCB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16388" name="スライド番号プレースホルダー 3">
            <a:extLst>
              <a:ext uri="{FF2B5EF4-FFF2-40B4-BE49-F238E27FC236}">
                <a16:creationId xmlns:a16="http://schemas.microsoft.com/office/drawing/2014/main" id="{8B5DF1DB-2C01-4F2A-9E19-55C498FA1C7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248177B8-53E8-4DEF-BE63-44E0E59315C9}" type="slidenum">
              <a:rPr lang="en-US" altLang="ja-JP" sz="1200" smtClean="0"/>
              <a:pPr/>
              <a:t>11</a:t>
            </a:fld>
            <a:endParaRPr lang="en-US" altLang="ja-JP"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 イメージ プレースホルダー 1">
            <a:extLst>
              <a:ext uri="{FF2B5EF4-FFF2-40B4-BE49-F238E27FC236}">
                <a16:creationId xmlns:a16="http://schemas.microsoft.com/office/drawing/2014/main" id="{3D5D0CDA-0E76-4E14-B23E-00D7F3E9C2A3}"/>
              </a:ext>
            </a:extLst>
          </p:cNvPr>
          <p:cNvSpPr>
            <a:spLocks noGrp="1" noRot="1" noChangeAspect="1" noChangeArrowheads="1" noTextEdit="1"/>
          </p:cNvSpPr>
          <p:nvPr>
            <p:ph type="sldImg"/>
          </p:nvPr>
        </p:nvSpPr>
        <p:spPr>
          <a:ln/>
        </p:spPr>
      </p:sp>
      <p:sp>
        <p:nvSpPr>
          <p:cNvPr id="18435" name="ノート プレースホルダー 2">
            <a:extLst>
              <a:ext uri="{FF2B5EF4-FFF2-40B4-BE49-F238E27FC236}">
                <a16:creationId xmlns:a16="http://schemas.microsoft.com/office/drawing/2014/main" id="{EFDF9584-26B0-472A-9FBD-87BA9E3F9DE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18436" name="スライド番号プレースホルダー 3">
            <a:extLst>
              <a:ext uri="{FF2B5EF4-FFF2-40B4-BE49-F238E27FC236}">
                <a16:creationId xmlns:a16="http://schemas.microsoft.com/office/drawing/2014/main" id="{61B44BBE-2C50-4E51-A621-42D3C27D1B9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F618BF4D-8F1E-4C24-9A91-23AF2F427CBE}" type="slidenum">
              <a:rPr lang="en-US" altLang="ja-JP" sz="1200" smtClean="0"/>
              <a:pPr/>
              <a:t>12</a:t>
            </a:fld>
            <a:endParaRPr lang="en-US" altLang="ja-JP"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 イメージ プレースホルダー 1">
            <a:extLst>
              <a:ext uri="{FF2B5EF4-FFF2-40B4-BE49-F238E27FC236}">
                <a16:creationId xmlns:a16="http://schemas.microsoft.com/office/drawing/2014/main" id="{F3BD4BF3-91AC-4E1F-B88C-45FF54C4AE57}"/>
              </a:ext>
            </a:extLst>
          </p:cNvPr>
          <p:cNvSpPr>
            <a:spLocks noGrp="1" noRot="1" noChangeAspect="1" noChangeArrowheads="1" noTextEdit="1"/>
          </p:cNvSpPr>
          <p:nvPr>
            <p:ph type="sldImg"/>
          </p:nvPr>
        </p:nvSpPr>
        <p:spPr>
          <a:ln/>
        </p:spPr>
      </p:sp>
      <p:sp>
        <p:nvSpPr>
          <p:cNvPr id="20483" name="ノート プレースホルダー 2">
            <a:extLst>
              <a:ext uri="{FF2B5EF4-FFF2-40B4-BE49-F238E27FC236}">
                <a16:creationId xmlns:a16="http://schemas.microsoft.com/office/drawing/2014/main" id="{D583AC72-EEC6-4E87-996E-86D744A3DD5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20484" name="スライド番号プレースホルダー 3">
            <a:extLst>
              <a:ext uri="{FF2B5EF4-FFF2-40B4-BE49-F238E27FC236}">
                <a16:creationId xmlns:a16="http://schemas.microsoft.com/office/drawing/2014/main" id="{7D50F323-8262-4119-ADCF-ACFA2370726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4A72C56E-9E88-44AB-9B88-CC6BBE4D8DEE}" type="slidenum">
              <a:rPr lang="en-US" altLang="ja-JP" sz="1200" smtClean="0"/>
              <a:pPr/>
              <a:t>13</a:t>
            </a:fld>
            <a:endParaRPr lang="en-US" altLang="ja-JP"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スライド イメージ プレースホルダー 1">
            <a:extLst>
              <a:ext uri="{FF2B5EF4-FFF2-40B4-BE49-F238E27FC236}">
                <a16:creationId xmlns:a16="http://schemas.microsoft.com/office/drawing/2014/main" id="{03946619-8161-43DF-A744-4A35175B2B4B}"/>
              </a:ext>
            </a:extLst>
          </p:cNvPr>
          <p:cNvSpPr>
            <a:spLocks noGrp="1" noRot="1" noChangeAspect="1" noChangeArrowheads="1" noTextEdit="1"/>
          </p:cNvSpPr>
          <p:nvPr>
            <p:ph type="sldImg"/>
          </p:nvPr>
        </p:nvSpPr>
        <p:spPr>
          <a:ln/>
        </p:spPr>
      </p:sp>
      <p:sp>
        <p:nvSpPr>
          <p:cNvPr id="25603" name="ノート プレースホルダー 2">
            <a:extLst>
              <a:ext uri="{FF2B5EF4-FFF2-40B4-BE49-F238E27FC236}">
                <a16:creationId xmlns:a16="http://schemas.microsoft.com/office/drawing/2014/main" id="{5DCFD046-E808-47ED-A5FE-F826A16BCE6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25604" name="スライド番号プレースホルダー 3">
            <a:extLst>
              <a:ext uri="{FF2B5EF4-FFF2-40B4-BE49-F238E27FC236}">
                <a16:creationId xmlns:a16="http://schemas.microsoft.com/office/drawing/2014/main" id="{F6A7A8B1-AB33-4CB4-9172-3DCBBFBA4C1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9AC24A58-1267-4AB6-81EE-3B79EF77393F}" type="slidenum">
              <a:rPr lang="en-US" altLang="ja-JP" sz="1200" smtClean="0"/>
              <a:pPr/>
              <a:t>17</a:t>
            </a:fld>
            <a:endParaRPr lang="en-US" altLang="ja-JP"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スライド イメージ プレースホルダー 1">
            <a:extLst>
              <a:ext uri="{FF2B5EF4-FFF2-40B4-BE49-F238E27FC236}">
                <a16:creationId xmlns:a16="http://schemas.microsoft.com/office/drawing/2014/main" id="{674DFF28-D09B-4ED7-AA09-3ED797F56C09}"/>
              </a:ext>
            </a:extLst>
          </p:cNvPr>
          <p:cNvSpPr>
            <a:spLocks noGrp="1" noRot="1" noChangeAspect="1" noChangeArrowheads="1" noTextEdit="1"/>
          </p:cNvSpPr>
          <p:nvPr>
            <p:ph type="sldImg"/>
          </p:nvPr>
        </p:nvSpPr>
        <p:spPr>
          <a:ln/>
        </p:spPr>
      </p:sp>
      <p:sp>
        <p:nvSpPr>
          <p:cNvPr id="27651" name="ノート プレースホルダー 2">
            <a:extLst>
              <a:ext uri="{FF2B5EF4-FFF2-40B4-BE49-F238E27FC236}">
                <a16:creationId xmlns:a16="http://schemas.microsoft.com/office/drawing/2014/main" id="{E2E2AC8B-C423-41F0-B648-A39F4ECB798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27652" name="スライド番号プレースホルダー 3">
            <a:extLst>
              <a:ext uri="{FF2B5EF4-FFF2-40B4-BE49-F238E27FC236}">
                <a16:creationId xmlns:a16="http://schemas.microsoft.com/office/drawing/2014/main" id="{EC3C1588-F876-4F18-AE7D-F501D412AAA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B86A08DF-4CAF-4533-85FB-8CAD78DB1415}" type="slidenum">
              <a:rPr lang="en-US" altLang="ja-JP" sz="1200" smtClean="0"/>
              <a:pPr/>
              <a:t>18</a:t>
            </a:fld>
            <a:endParaRPr lang="en-US" altLang="ja-JP"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スライド イメージ プレースホルダー 1">
            <a:extLst>
              <a:ext uri="{FF2B5EF4-FFF2-40B4-BE49-F238E27FC236}">
                <a16:creationId xmlns:a16="http://schemas.microsoft.com/office/drawing/2014/main" id="{EC8ABFF0-5166-4823-A90B-93528B76125A}"/>
              </a:ext>
            </a:extLst>
          </p:cNvPr>
          <p:cNvSpPr>
            <a:spLocks noGrp="1" noRot="1" noChangeAspect="1" noChangeArrowheads="1" noTextEdit="1"/>
          </p:cNvSpPr>
          <p:nvPr>
            <p:ph type="sldImg"/>
          </p:nvPr>
        </p:nvSpPr>
        <p:spPr>
          <a:ln/>
        </p:spPr>
      </p:sp>
      <p:sp>
        <p:nvSpPr>
          <p:cNvPr id="29699" name="ノート プレースホルダー 2">
            <a:extLst>
              <a:ext uri="{FF2B5EF4-FFF2-40B4-BE49-F238E27FC236}">
                <a16:creationId xmlns:a16="http://schemas.microsoft.com/office/drawing/2014/main" id="{379C9293-F4F1-4499-8816-8762D47B5D8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a typeface="ヒラギノ角ゴ Pro W3" charset="-128"/>
            </a:endParaRPr>
          </a:p>
        </p:txBody>
      </p:sp>
      <p:sp>
        <p:nvSpPr>
          <p:cNvPr id="29700" name="スライド番号プレースホルダー 3">
            <a:extLst>
              <a:ext uri="{FF2B5EF4-FFF2-40B4-BE49-F238E27FC236}">
                <a16:creationId xmlns:a16="http://schemas.microsoft.com/office/drawing/2014/main" id="{5A10D9A0-81DC-4B3D-B9F8-19C118B7258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ヒラギノ角ゴ Pro W3" charset="-128"/>
              </a:defRPr>
            </a:lvl1pPr>
            <a:lvl2pPr marL="742950" indent="-285750">
              <a:defRPr kumimoji="1" sz="2400">
                <a:solidFill>
                  <a:schemeClr val="tx1"/>
                </a:solidFill>
                <a:latin typeface="Arial" panose="020B0604020202020204" pitchFamily="34" charset="0"/>
                <a:ea typeface="ヒラギノ角ゴ Pro W3" charset="-128"/>
              </a:defRPr>
            </a:lvl2pPr>
            <a:lvl3pPr marL="1143000" indent="-228600">
              <a:defRPr kumimoji="1" sz="2400">
                <a:solidFill>
                  <a:schemeClr val="tx1"/>
                </a:solidFill>
                <a:latin typeface="Arial" panose="020B0604020202020204" pitchFamily="34" charset="0"/>
                <a:ea typeface="ヒラギノ角ゴ Pro W3" charset="-128"/>
              </a:defRPr>
            </a:lvl3pPr>
            <a:lvl4pPr marL="1600200" indent="-228600">
              <a:defRPr kumimoji="1" sz="2400">
                <a:solidFill>
                  <a:schemeClr val="tx1"/>
                </a:solidFill>
                <a:latin typeface="Arial" panose="020B0604020202020204" pitchFamily="34" charset="0"/>
                <a:ea typeface="ヒラギノ角ゴ Pro W3" charset="-128"/>
              </a:defRPr>
            </a:lvl4pPr>
            <a:lvl5pPr marL="2057400" indent="-228600">
              <a:defRPr kumimoji="1" sz="2400">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ヒラギノ角ゴ Pro W3" charset="-128"/>
              </a:defRPr>
            </a:lvl9pPr>
          </a:lstStyle>
          <a:p>
            <a:fld id="{18CF1C41-2CBB-4516-A41E-A2EFA28C0DCE}" type="slidenum">
              <a:rPr lang="en-US" altLang="ja-JP" sz="1200" smtClean="0"/>
              <a:pPr/>
              <a:t>19</a:t>
            </a:fld>
            <a:endParaRPr lang="en-US" altLang="ja-JP" sz="12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3" name="Picture 28" descr="Sub_Graphics [更新済み]">
            <a:extLst>
              <a:ext uri="{FF2B5EF4-FFF2-40B4-BE49-F238E27FC236}">
                <a16:creationId xmlns:a16="http://schemas.microsoft.com/office/drawing/2014/main" id="{B844D19D-D072-4E12-92FA-A8FA129272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図 10" descr="logo.png">
            <a:extLst>
              <a:ext uri="{FF2B5EF4-FFF2-40B4-BE49-F238E27FC236}">
                <a16:creationId xmlns:a16="http://schemas.microsoft.com/office/drawing/2014/main" id="{69EFCBA7-28FB-4F65-9017-7F403BEBF95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95313" y="5548313"/>
            <a:ext cx="3116262"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7" name="Rectangle 13"/>
          <p:cNvSpPr>
            <a:spLocks noGrp="1" noChangeArrowheads="1"/>
          </p:cNvSpPr>
          <p:nvPr>
            <p:ph type="ctrTitle"/>
          </p:nvPr>
        </p:nvSpPr>
        <p:spPr>
          <a:xfrm>
            <a:off x="3217863" y="1563688"/>
            <a:ext cx="5405437" cy="2386012"/>
          </a:xfrm>
        </p:spPr>
        <p:txBody>
          <a:bodyPr/>
          <a:lstStyle>
            <a:lvl1pPr>
              <a:defRPr sz="2400">
                <a:solidFill>
                  <a:schemeClr val="bg1"/>
                </a:solidFill>
              </a:defRPr>
            </a:lvl1pPr>
          </a:lstStyle>
          <a:p>
            <a:pPr lvl="0"/>
            <a:r>
              <a:rPr lang="ja-JP" altLang="en-US" noProof="0"/>
              <a:t>マスター タイトルの書式設定</a:t>
            </a:r>
            <a:endParaRPr lang="ja-JP" altLang="en-US" noProof="0" dirty="0"/>
          </a:p>
        </p:txBody>
      </p:sp>
    </p:spTree>
    <p:extLst>
      <p:ext uri="{BB962C8B-B14F-4D97-AF65-F5344CB8AC3E}">
        <p14:creationId xmlns:p14="http://schemas.microsoft.com/office/powerpoint/2010/main" val="3525987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795"/>
            <a:ext cx="8286750" cy="434180"/>
          </a:xfrm>
        </p:spPr>
        <p:txBody>
          <a:bodyPr/>
          <a:lstStyle>
            <a:lvl1pPr>
              <a:defRPr sz="2400">
                <a:solidFill>
                  <a:srgbClr val="0070C0"/>
                </a:solidFill>
              </a:defRPr>
            </a:lvl1pPr>
          </a:lstStyle>
          <a:p>
            <a:r>
              <a:rPr lang="ja-JP" altLang="en-US"/>
              <a:t>マスター タイトルの書式設定</a:t>
            </a:r>
            <a:endParaRPr lang="ja-JP" altLang="en-US" dirty="0"/>
          </a:p>
        </p:txBody>
      </p:sp>
      <p:sp>
        <p:nvSpPr>
          <p:cNvPr id="3" name="コンテンツ プレースホルダー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4" name="Rectangle 6">
            <a:extLst>
              <a:ext uri="{FF2B5EF4-FFF2-40B4-BE49-F238E27FC236}">
                <a16:creationId xmlns:a16="http://schemas.microsoft.com/office/drawing/2014/main" id="{6C26906C-C183-44FA-AE69-5CBE273B291F}"/>
              </a:ext>
            </a:extLst>
          </p:cNvPr>
          <p:cNvSpPr>
            <a:spLocks noGrp="1" noChangeArrowheads="1"/>
          </p:cNvSpPr>
          <p:nvPr>
            <p:ph type="sldNum" sz="quarter" idx="10"/>
          </p:nvPr>
        </p:nvSpPr>
        <p:spPr>
          <a:ln/>
        </p:spPr>
        <p:txBody>
          <a:bodyPr/>
          <a:lstStyle>
            <a:lvl1pPr>
              <a:defRPr/>
            </a:lvl1pPr>
          </a:lstStyle>
          <a:p>
            <a:pPr>
              <a:defRPr/>
            </a:pPr>
            <a:fld id="{0DE776A0-F990-48AA-84AC-1A695DD59D8A}" type="slidenum">
              <a:rPr lang="en-US" altLang="ja-JP"/>
              <a:pPr>
                <a:defRPr/>
              </a:pPr>
              <a:t>‹#›</a:t>
            </a:fld>
            <a:endParaRPr lang="en-US" altLang="ja-JP"/>
          </a:p>
        </p:txBody>
      </p:sp>
    </p:spTree>
    <p:extLst>
      <p:ext uri="{BB962C8B-B14F-4D97-AF65-F5344CB8AC3E}">
        <p14:creationId xmlns:p14="http://schemas.microsoft.com/office/powerpoint/2010/main" val="4055092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6E7F26A-9428-4F35-948D-5A98DA07D718}"/>
              </a:ext>
            </a:extLst>
          </p:cNvPr>
          <p:cNvSpPr>
            <a:spLocks noGrp="1" noChangeArrowheads="1"/>
          </p:cNvSpPr>
          <p:nvPr>
            <p:ph type="title"/>
          </p:nvPr>
        </p:nvSpPr>
        <p:spPr bwMode="auto">
          <a:xfrm>
            <a:off x="0" y="69850"/>
            <a:ext cx="82867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a:t>
            </a:r>
            <a:r>
              <a:rPr lang="en-US" altLang="ja-JP"/>
              <a:t> </a:t>
            </a:r>
            <a:r>
              <a:rPr lang="ja-JP" altLang="en-US"/>
              <a:t>タイトルの書式設定</a:t>
            </a:r>
          </a:p>
        </p:txBody>
      </p:sp>
      <p:sp>
        <p:nvSpPr>
          <p:cNvPr id="1027" name="Rectangle 3">
            <a:extLst>
              <a:ext uri="{FF2B5EF4-FFF2-40B4-BE49-F238E27FC236}">
                <a16:creationId xmlns:a16="http://schemas.microsoft.com/office/drawing/2014/main" id="{87C23C0A-0628-4227-A876-BEB18DC8ED61}"/>
              </a:ext>
            </a:extLst>
          </p:cNvPr>
          <p:cNvSpPr>
            <a:spLocks noGrp="1" noChangeArrowheads="1"/>
          </p:cNvSpPr>
          <p:nvPr>
            <p:ph type="body" idx="1"/>
          </p:nvPr>
        </p:nvSpPr>
        <p:spPr bwMode="auto">
          <a:xfrm>
            <a:off x="409575" y="942975"/>
            <a:ext cx="8302625" cy="511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a:t>
            </a:r>
            <a:r>
              <a:rPr lang="en-US" altLang="ja-JP"/>
              <a:t> </a:t>
            </a:r>
            <a:r>
              <a:rPr lang="ja-JP" altLang="en-US"/>
              <a:t>テキストの書式設定</a:t>
            </a:r>
            <a:endParaRPr lang="en-US" altLang="ja-JP"/>
          </a:p>
          <a:p>
            <a:pPr lvl="1"/>
            <a:r>
              <a:rPr lang="ja-JP" altLang="en-US"/>
              <a:t>第</a:t>
            </a:r>
            <a:r>
              <a:rPr lang="en-US" altLang="ja-JP"/>
              <a:t> 2 </a:t>
            </a:r>
            <a:r>
              <a:rPr lang="ja-JP" altLang="en-US"/>
              <a:t>レベル</a:t>
            </a:r>
            <a:endParaRPr lang="en-US" altLang="ja-JP"/>
          </a:p>
          <a:p>
            <a:pPr lvl="2"/>
            <a:r>
              <a:rPr lang="ja-JP" altLang="en-US"/>
              <a:t>第</a:t>
            </a:r>
            <a:r>
              <a:rPr lang="en-US" altLang="ja-JP"/>
              <a:t> 3 </a:t>
            </a:r>
            <a:r>
              <a:rPr lang="ja-JP" altLang="en-US"/>
              <a:t>レベル</a:t>
            </a:r>
            <a:endParaRPr lang="en-US" altLang="ja-JP"/>
          </a:p>
          <a:p>
            <a:pPr lvl="3"/>
            <a:r>
              <a:rPr lang="ja-JP" altLang="en-US"/>
              <a:t>第</a:t>
            </a:r>
            <a:r>
              <a:rPr lang="en-US" altLang="ja-JP"/>
              <a:t> 4 </a:t>
            </a:r>
            <a:r>
              <a:rPr lang="ja-JP" altLang="en-US"/>
              <a:t>レベル</a:t>
            </a:r>
            <a:endParaRPr lang="en-US" altLang="ja-JP"/>
          </a:p>
          <a:p>
            <a:pPr lvl="4"/>
            <a:r>
              <a:rPr lang="ja-JP" altLang="en-US"/>
              <a:t>第</a:t>
            </a:r>
            <a:r>
              <a:rPr lang="en-US" altLang="ja-JP"/>
              <a:t> 5 </a:t>
            </a:r>
            <a:r>
              <a:rPr lang="ja-JP" altLang="en-US"/>
              <a:t>レベル</a:t>
            </a:r>
          </a:p>
        </p:txBody>
      </p:sp>
      <p:sp>
        <p:nvSpPr>
          <p:cNvPr id="5126" name="Rectangle 6">
            <a:extLst>
              <a:ext uri="{FF2B5EF4-FFF2-40B4-BE49-F238E27FC236}">
                <a16:creationId xmlns:a16="http://schemas.microsoft.com/office/drawing/2014/main" id="{015AB97E-8570-4C8A-9D34-91F578E111DB}"/>
              </a:ext>
            </a:extLst>
          </p:cNvPr>
          <p:cNvSpPr>
            <a:spLocks noGrp="1" noChangeArrowheads="1"/>
          </p:cNvSpPr>
          <p:nvPr>
            <p:ph type="sldNum" sz="quarter" idx="4"/>
          </p:nvPr>
        </p:nvSpPr>
        <p:spPr bwMode="auto">
          <a:xfrm>
            <a:off x="8428038" y="6535738"/>
            <a:ext cx="715962" cy="236537"/>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kumimoji="0" sz="1600" b="1">
                <a:latin typeface="メイリオ" panose="020B0604030504040204" pitchFamily="50" charset="-128"/>
                <a:ea typeface="メイリオ" panose="020B0604030504040204" pitchFamily="50" charset="-128"/>
              </a:defRPr>
            </a:lvl1pPr>
          </a:lstStyle>
          <a:p>
            <a:pPr>
              <a:defRPr/>
            </a:pPr>
            <a:fld id="{40C87BDE-9D4B-4176-98A9-0284CCB83EF1}" type="slidenum">
              <a:rPr lang="en-US" altLang="ja-JP"/>
              <a:pPr>
                <a:defRPr/>
              </a:pPr>
              <a:t>‹#›</a:t>
            </a:fld>
            <a:endParaRPr lang="en-US" altLang="ja-JP"/>
          </a:p>
        </p:txBody>
      </p:sp>
      <p:pic>
        <p:nvPicPr>
          <p:cNvPr id="1029" name="図 9" descr="logo2.png">
            <a:extLst>
              <a:ext uri="{FF2B5EF4-FFF2-40B4-BE49-F238E27FC236}">
                <a16:creationId xmlns:a16="http://schemas.microsoft.com/office/drawing/2014/main" id="{ED807691-7E78-4F0B-83DE-4BA49723F2B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2900" y="6213475"/>
            <a:ext cx="1584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図 4" descr="帯.png">
            <a:extLst>
              <a:ext uri="{FF2B5EF4-FFF2-40B4-BE49-F238E27FC236}">
                <a16:creationId xmlns:a16="http://schemas.microsoft.com/office/drawing/2014/main" id="{60837B9A-4268-4CE8-A240-B00A947BD00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797675"/>
            <a:ext cx="9144000" cy="6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線コネクタ 6">
            <a:extLst>
              <a:ext uri="{FF2B5EF4-FFF2-40B4-BE49-F238E27FC236}">
                <a16:creationId xmlns:a16="http://schemas.microsoft.com/office/drawing/2014/main" id="{542B6B23-A9B8-4BE7-8BFC-5C7024118117}"/>
              </a:ext>
            </a:extLst>
          </p:cNvPr>
          <p:cNvCxnSpPr>
            <a:cxnSpLocks noChangeShapeType="1"/>
          </p:cNvCxnSpPr>
          <p:nvPr userDrawn="1"/>
        </p:nvCxnSpPr>
        <p:spPr bwMode="auto">
          <a:xfrm>
            <a:off x="0" y="503238"/>
            <a:ext cx="9144000" cy="0"/>
          </a:xfrm>
          <a:prstGeom prst="line">
            <a:avLst/>
          </a:prstGeom>
          <a:noFill/>
          <a:ln w="9525" algn="ctr">
            <a:solidFill>
              <a:srgbClr val="005294"/>
            </a:solidFill>
            <a:round/>
            <a:headEnd/>
            <a:tailEnd/>
          </a:ln>
          <a:extLst>
            <a:ext uri="{909E8E84-426E-40DD-AFC4-6F175D3DCCD1}">
              <a14:hiddenFill xmlns:a14="http://schemas.microsoft.com/office/drawing/2010/main">
                <a:noFill/>
              </a14:hiddenFill>
            </a:ext>
          </a:extLst>
        </p:spPr>
      </p:cxnSp>
    </p:spTree>
  </p:cSld>
  <p:clrMap bg1="lt1" tx1="dk1" bg2="lt2" tx2="dk2" accent1="accent1" accent2="accent2" accent3="accent3" accent4="accent4" accent5="accent5" accent6="accent6" hlink="hlink" folHlink="folHlink"/>
  <p:sldLayoutIdLst>
    <p:sldLayoutId id="2147484029" r:id="rId1"/>
    <p:sldLayoutId id="2147484028" r:id="rId2"/>
  </p:sldLayoutIdLst>
  <p:hf hdr="0"/>
  <p:txStyles>
    <p:titleStyle>
      <a:lvl1pPr algn="l" rtl="0" eaLnBrk="1" fontAlgn="base" hangingPunct="1">
        <a:spcBef>
          <a:spcPct val="0"/>
        </a:spcBef>
        <a:spcAft>
          <a:spcPct val="0"/>
        </a:spcAft>
        <a:defRPr kumimoji="1" sz="2200" b="1">
          <a:solidFill>
            <a:srgbClr val="005294"/>
          </a:solidFill>
          <a:latin typeface="メイリオ" panose="020B0604030504040204" pitchFamily="50" charset="-128"/>
          <a:ea typeface="メイリオ" panose="020B0604030504040204" pitchFamily="50" charset="-128"/>
          <a:cs typeface="+mj-cs"/>
        </a:defRPr>
      </a:lvl1pPr>
      <a:lvl2pPr algn="l" rtl="0" eaLnBrk="1" fontAlgn="base" hangingPunct="1">
        <a:spcBef>
          <a:spcPct val="0"/>
        </a:spcBef>
        <a:spcAft>
          <a:spcPct val="0"/>
        </a:spcAft>
        <a:defRPr kumimoji="1" sz="2200" b="1">
          <a:solidFill>
            <a:srgbClr val="005294"/>
          </a:solidFill>
          <a:latin typeface="メイリオ" panose="020B0604030504040204" pitchFamily="50" charset="-128"/>
          <a:ea typeface="メイリオ" panose="020B0604030504040204" pitchFamily="50" charset="-128"/>
          <a:cs typeface="Osaka" charset="0"/>
        </a:defRPr>
      </a:lvl2pPr>
      <a:lvl3pPr algn="l" rtl="0" eaLnBrk="1" fontAlgn="base" hangingPunct="1">
        <a:spcBef>
          <a:spcPct val="0"/>
        </a:spcBef>
        <a:spcAft>
          <a:spcPct val="0"/>
        </a:spcAft>
        <a:defRPr kumimoji="1" sz="2200" b="1">
          <a:solidFill>
            <a:srgbClr val="005294"/>
          </a:solidFill>
          <a:latin typeface="メイリオ" panose="020B0604030504040204" pitchFamily="50" charset="-128"/>
          <a:ea typeface="メイリオ" panose="020B0604030504040204" pitchFamily="50" charset="-128"/>
          <a:cs typeface="Osaka" charset="0"/>
        </a:defRPr>
      </a:lvl3pPr>
      <a:lvl4pPr algn="l" rtl="0" eaLnBrk="1" fontAlgn="base" hangingPunct="1">
        <a:spcBef>
          <a:spcPct val="0"/>
        </a:spcBef>
        <a:spcAft>
          <a:spcPct val="0"/>
        </a:spcAft>
        <a:defRPr kumimoji="1" sz="2200" b="1">
          <a:solidFill>
            <a:srgbClr val="005294"/>
          </a:solidFill>
          <a:latin typeface="メイリオ" panose="020B0604030504040204" pitchFamily="50" charset="-128"/>
          <a:ea typeface="メイリオ" panose="020B0604030504040204" pitchFamily="50" charset="-128"/>
          <a:cs typeface="Osaka" charset="0"/>
        </a:defRPr>
      </a:lvl4pPr>
      <a:lvl5pPr algn="l" rtl="0" eaLnBrk="1" fontAlgn="base" hangingPunct="1">
        <a:spcBef>
          <a:spcPct val="0"/>
        </a:spcBef>
        <a:spcAft>
          <a:spcPct val="0"/>
        </a:spcAft>
        <a:defRPr kumimoji="1" sz="2200" b="1">
          <a:solidFill>
            <a:srgbClr val="005294"/>
          </a:solidFill>
          <a:latin typeface="メイリオ" panose="020B0604030504040204" pitchFamily="50" charset="-128"/>
          <a:ea typeface="メイリオ" panose="020B0604030504040204" pitchFamily="50" charset="-128"/>
          <a:cs typeface="Osaka" charset="0"/>
        </a:defRPr>
      </a:lvl5pPr>
      <a:lvl6pPr marL="457200" algn="l" rtl="0" eaLnBrk="1" fontAlgn="base" hangingPunct="1">
        <a:spcBef>
          <a:spcPct val="0"/>
        </a:spcBef>
        <a:spcAft>
          <a:spcPct val="0"/>
        </a:spcAft>
        <a:defRPr kumimoji="1" sz="3200">
          <a:solidFill>
            <a:srgbClr val="005395"/>
          </a:solidFill>
          <a:latin typeface="Arial" charset="0"/>
          <a:ea typeface="Osaka" charset="0"/>
          <a:cs typeface="Osaka" charset="0"/>
        </a:defRPr>
      </a:lvl6pPr>
      <a:lvl7pPr marL="914400" algn="l" rtl="0" eaLnBrk="1" fontAlgn="base" hangingPunct="1">
        <a:spcBef>
          <a:spcPct val="0"/>
        </a:spcBef>
        <a:spcAft>
          <a:spcPct val="0"/>
        </a:spcAft>
        <a:defRPr kumimoji="1" sz="3200">
          <a:solidFill>
            <a:srgbClr val="005395"/>
          </a:solidFill>
          <a:latin typeface="Arial" charset="0"/>
          <a:ea typeface="Osaka" charset="0"/>
          <a:cs typeface="Osaka" charset="0"/>
        </a:defRPr>
      </a:lvl7pPr>
      <a:lvl8pPr marL="1371600" algn="l" rtl="0" eaLnBrk="1" fontAlgn="base" hangingPunct="1">
        <a:spcBef>
          <a:spcPct val="0"/>
        </a:spcBef>
        <a:spcAft>
          <a:spcPct val="0"/>
        </a:spcAft>
        <a:defRPr kumimoji="1" sz="3200">
          <a:solidFill>
            <a:srgbClr val="005395"/>
          </a:solidFill>
          <a:latin typeface="Arial" charset="0"/>
          <a:ea typeface="Osaka" charset="0"/>
          <a:cs typeface="Osaka" charset="0"/>
        </a:defRPr>
      </a:lvl8pPr>
      <a:lvl9pPr marL="1828800" algn="l" rtl="0" eaLnBrk="1" fontAlgn="base" hangingPunct="1">
        <a:spcBef>
          <a:spcPct val="0"/>
        </a:spcBef>
        <a:spcAft>
          <a:spcPct val="0"/>
        </a:spcAft>
        <a:defRPr kumimoji="1" sz="3200">
          <a:solidFill>
            <a:srgbClr val="005395"/>
          </a:solidFill>
          <a:latin typeface="Arial" charset="0"/>
          <a:ea typeface="Osaka" charset="0"/>
          <a:cs typeface="Osaka" charset="0"/>
        </a:defRPr>
      </a:lvl9pPr>
    </p:titleStyle>
    <p:bodyStyle>
      <a:lvl1pPr marL="342900" indent="-342900" algn="l" rtl="0" eaLnBrk="1" fontAlgn="base" hangingPunct="1">
        <a:spcBef>
          <a:spcPct val="20000"/>
        </a:spcBef>
        <a:spcAft>
          <a:spcPct val="0"/>
        </a:spcAft>
        <a:buChar char="•"/>
        <a:defRPr kumimoji="1" sz="3200">
          <a:solidFill>
            <a:schemeClr val="tx1"/>
          </a:solidFill>
          <a:latin typeface="メイリオ" panose="020B0604030504040204" pitchFamily="50" charset="-128"/>
          <a:ea typeface="メイリオ" panose="020B0604030504040204" pitchFamily="50" charset="-128"/>
          <a:cs typeface="+mn-cs"/>
        </a:defRPr>
      </a:lvl1pPr>
      <a:lvl2pPr marL="742950" indent="-285750" algn="l" rtl="0" eaLnBrk="1" fontAlgn="base" hangingPunct="1">
        <a:spcBef>
          <a:spcPct val="20000"/>
        </a:spcBef>
        <a:spcAft>
          <a:spcPct val="0"/>
        </a:spcAft>
        <a:buChar char="–"/>
        <a:defRPr kumimoji="1" sz="2800">
          <a:solidFill>
            <a:schemeClr val="tx1"/>
          </a:solidFill>
          <a:latin typeface="メイリオ" panose="020B0604030504040204" pitchFamily="50" charset="-128"/>
          <a:ea typeface="メイリオ" panose="020B0604030504040204" pitchFamily="50" charset="-128"/>
          <a:cs typeface="+mn-cs"/>
        </a:defRPr>
      </a:lvl2pPr>
      <a:lvl3pPr marL="1143000" indent="-228600" algn="l" rtl="0" eaLnBrk="1" fontAlgn="base" hangingPunct="1">
        <a:spcBef>
          <a:spcPct val="20000"/>
        </a:spcBef>
        <a:spcAft>
          <a:spcPct val="0"/>
        </a:spcAft>
        <a:buChar char="•"/>
        <a:defRPr kumimoji="1" sz="2400">
          <a:solidFill>
            <a:schemeClr val="tx1"/>
          </a:solidFill>
          <a:latin typeface="メイリオ" panose="020B0604030504040204" pitchFamily="50" charset="-128"/>
          <a:ea typeface="メイリオ" panose="020B0604030504040204" pitchFamily="50" charset="-128"/>
          <a:cs typeface="+mn-cs"/>
        </a:defRPr>
      </a:lvl3pPr>
      <a:lvl4pPr marL="1600200" indent="-228600" algn="l" rtl="0" eaLnBrk="1" fontAlgn="base" hangingPunct="1">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mn-cs"/>
        </a:defRPr>
      </a:lvl4pPr>
      <a:lvl5pPr marL="2057400" indent="-228600" algn="l" rtl="0" eaLnBrk="1" fontAlgn="base" hangingPunct="1">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mn-cs"/>
        </a:defRPr>
      </a:lvl5pPr>
      <a:lvl6pPr marL="2514600" indent="-228600" algn="l" rtl="0" eaLnBrk="1" fontAlgn="base" hangingPunct="1">
        <a:spcBef>
          <a:spcPct val="20000"/>
        </a:spcBef>
        <a:spcAft>
          <a:spcPct val="0"/>
        </a:spcAft>
        <a:buChar char="»"/>
        <a:defRPr kumimoji="1" sz="2000">
          <a:solidFill>
            <a:srgbClr val="33464D"/>
          </a:solidFill>
          <a:latin typeface="+mn-lt"/>
          <a:ea typeface="+mn-ea"/>
          <a:cs typeface="+mn-cs"/>
        </a:defRPr>
      </a:lvl6pPr>
      <a:lvl7pPr marL="2971800" indent="-228600" algn="l" rtl="0" eaLnBrk="1" fontAlgn="base" hangingPunct="1">
        <a:spcBef>
          <a:spcPct val="20000"/>
        </a:spcBef>
        <a:spcAft>
          <a:spcPct val="0"/>
        </a:spcAft>
        <a:buChar char="»"/>
        <a:defRPr kumimoji="1" sz="2000">
          <a:solidFill>
            <a:srgbClr val="33464D"/>
          </a:solidFill>
          <a:latin typeface="+mn-lt"/>
          <a:ea typeface="+mn-ea"/>
          <a:cs typeface="+mn-cs"/>
        </a:defRPr>
      </a:lvl7pPr>
      <a:lvl8pPr marL="3429000" indent="-228600" algn="l" rtl="0" eaLnBrk="1" fontAlgn="base" hangingPunct="1">
        <a:spcBef>
          <a:spcPct val="20000"/>
        </a:spcBef>
        <a:spcAft>
          <a:spcPct val="0"/>
        </a:spcAft>
        <a:buChar char="»"/>
        <a:defRPr kumimoji="1" sz="2000">
          <a:solidFill>
            <a:srgbClr val="33464D"/>
          </a:solidFill>
          <a:latin typeface="+mn-lt"/>
          <a:ea typeface="+mn-ea"/>
          <a:cs typeface="+mn-cs"/>
        </a:defRPr>
      </a:lvl8pPr>
      <a:lvl9pPr marL="3886200" indent="-228600" algn="l" rtl="0" eaLnBrk="1" fontAlgn="base" hangingPunct="1">
        <a:spcBef>
          <a:spcPct val="20000"/>
        </a:spcBef>
        <a:spcAft>
          <a:spcPct val="0"/>
        </a:spcAft>
        <a:buChar char="»"/>
        <a:defRPr kumimoji="1" sz="2000">
          <a:solidFill>
            <a:srgbClr val="33464D"/>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テキスト ボックス 1">
            <a:extLst>
              <a:ext uri="{FF2B5EF4-FFF2-40B4-BE49-F238E27FC236}">
                <a16:creationId xmlns:a16="http://schemas.microsoft.com/office/drawing/2014/main" id="{C9F88BEF-9CDC-4E02-B0A0-BC77529E3C9F}"/>
              </a:ext>
            </a:extLst>
          </p:cNvPr>
          <p:cNvSpPr txBox="1">
            <a:spLocks noChangeArrowheads="1"/>
          </p:cNvSpPr>
          <p:nvPr/>
        </p:nvSpPr>
        <p:spPr bwMode="auto">
          <a:xfrm>
            <a:off x="6075363" y="92075"/>
            <a:ext cx="2922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lgn="r" eaLnBrk="1" hangingPunct="1">
              <a:spcBef>
                <a:spcPct val="0"/>
              </a:spcBef>
              <a:buFontTx/>
              <a:buNone/>
            </a:pPr>
            <a:r>
              <a:rPr lang="ja-JP" altLang="en-US" sz="1600">
                <a:solidFill>
                  <a:schemeClr val="bg1"/>
                </a:solidFill>
              </a:rPr>
              <a:t>当事者限資料</a:t>
            </a:r>
            <a:endParaRPr lang="en-US" altLang="ja-JP" sz="1600">
              <a:solidFill>
                <a:schemeClr val="bg1"/>
              </a:solidFill>
            </a:endParaRPr>
          </a:p>
          <a:p>
            <a:pPr algn="r" eaLnBrk="1" hangingPunct="1">
              <a:spcBef>
                <a:spcPct val="0"/>
              </a:spcBef>
              <a:buFontTx/>
              <a:buNone/>
            </a:pPr>
            <a:r>
              <a:rPr lang="ja-JP" altLang="en-US" sz="1600">
                <a:solidFill>
                  <a:schemeClr val="bg1"/>
                </a:solidFill>
              </a:rPr>
              <a:t>転送禁止</a:t>
            </a:r>
            <a:endParaRPr lang="en-US" altLang="ja-JP" sz="1600">
              <a:solidFill>
                <a:schemeClr val="bg1"/>
              </a:solidFill>
            </a:endParaRPr>
          </a:p>
        </p:txBody>
      </p:sp>
      <p:sp>
        <p:nvSpPr>
          <p:cNvPr id="5123" name="テキスト ボックス 3">
            <a:extLst>
              <a:ext uri="{FF2B5EF4-FFF2-40B4-BE49-F238E27FC236}">
                <a16:creationId xmlns:a16="http://schemas.microsoft.com/office/drawing/2014/main" id="{4EA5B56A-06DB-4A56-8230-C6057AAA7991}"/>
              </a:ext>
            </a:extLst>
          </p:cNvPr>
          <p:cNvSpPr txBox="1">
            <a:spLocks noChangeArrowheads="1"/>
          </p:cNvSpPr>
          <p:nvPr/>
        </p:nvSpPr>
        <p:spPr bwMode="auto">
          <a:xfrm>
            <a:off x="5073650" y="5851525"/>
            <a:ext cx="38465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lgn="r" eaLnBrk="1" hangingPunct="1">
              <a:spcBef>
                <a:spcPct val="0"/>
              </a:spcBef>
              <a:buFontTx/>
              <a:buNone/>
            </a:pPr>
            <a:r>
              <a:rPr lang="ja-JP" altLang="en-US" sz="1600" dirty="0">
                <a:solidFill>
                  <a:srgbClr val="33464D"/>
                </a:solidFill>
              </a:rPr>
              <a:t>株式会社</a:t>
            </a:r>
            <a:r>
              <a:rPr lang="en-US" altLang="ja-JP" sz="1600" dirty="0" err="1">
                <a:solidFill>
                  <a:srgbClr val="33464D"/>
                </a:solidFill>
              </a:rPr>
              <a:t>xxxxxxxxxxx</a:t>
            </a:r>
            <a:endParaRPr lang="en-US" altLang="ja-JP" sz="1600" dirty="0">
              <a:solidFill>
                <a:srgbClr val="33464D"/>
              </a:solidFill>
            </a:endParaRPr>
          </a:p>
          <a:p>
            <a:pPr algn="r" eaLnBrk="1" hangingPunct="1">
              <a:spcBef>
                <a:spcPct val="0"/>
              </a:spcBef>
              <a:buFontTx/>
              <a:buNone/>
            </a:pPr>
            <a:r>
              <a:rPr lang="en-US" altLang="ja-JP" sz="1600" dirty="0" err="1">
                <a:solidFill>
                  <a:srgbClr val="33464D"/>
                </a:solidFill>
              </a:rPr>
              <a:t>xxxxxx</a:t>
            </a:r>
            <a:r>
              <a:rPr lang="ja-JP" altLang="en-US" sz="1600" dirty="0">
                <a:solidFill>
                  <a:srgbClr val="33464D"/>
                </a:solidFill>
              </a:rPr>
              <a:t>グループ</a:t>
            </a:r>
            <a:endParaRPr lang="en-US" altLang="ja-JP" sz="1600" dirty="0">
              <a:solidFill>
                <a:srgbClr val="33464D"/>
              </a:solidFill>
            </a:endParaRPr>
          </a:p>
        </p:txBody>
      </p:sp>
      <p:sp>
        <p:nvSpPr>
          <p:cNvPr id="5124" name="テキスト ボックス 4">
            <a:extLst>
              <a:ext uri="{FF2B5EF4-FFF2-40B4-BE49-F238E27FC236}">
                <a16:creationId xmlns:a16="http://schemas.microsoft.com/office/drawing/2014/main" id="{1935B5D4-BB72-4939-A9AC-64A424BCF0C0}"/>
              </a:ext>
            </a:extLst>
          </p:cNvPr>
          <p:cNvSpPr txBox="1">
            <a:spLocks noChangeArrowheads="1"/>
          </p:cNvSpPr>
          <p:nvPr/>
        </p:nvSpPr>
        <p:spPr bwMode="auto">
          <a:xfrm>
            <a:off x="6807200" y="4357688"/>
            <a:ext cx="21129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lgn="r" eaLnBrk="1" hangingPunct="1">
              <a:spcBef>
                <a:spcPct val="0"/>
              </a:spcBef>
              <a:buFontTx/>
              <a:buNone/>
            </a:pPr>
            <a:r>
              <a:rPr lang="en-US" altLang="ja-JP" sz="1600" dirty="0">
                <a:solidFill>
                  <a:srgbClr val="33464D"/>
                </a:solidFill>
              </a:rPr>
              <a:t>2026</a:t>
            </a:r>
            <a:r>
              <a:rPr lang="ja-JP" altLang="en-US" sz="1600" dirty="0">
                <a:solidFill>
                  <a:srgbClr val="33464D"/>
                </a:solidFill>
              </a:rPr>
              <a:t>年●月作成</a:t>
            </a:r>
            <a:endParaRPr lang="en-US" altLang="ja-JP" sz="1600" dirty="0">
              <a:solidFill>
                <a:srgbClr val="33464D"/>
              </a:solidFill>
            </a:endParaRPr>
          </a:p>
        </p:txBody>
      </p:sp>
      <p:sp>
        <p:nvSpPr>
          <p:cNvPr id="5125" name="タイトル 2">
            <a:extLst>
              <a:ext uri="{FF2B5EF4-FFF2-40B4-BE49-F238E27FC236}">
                <a16:creationId xmlns:a16="http://schemas.microsoft.com/office/drawing/2014/main" id="{9BC67D43-6FDE-481A-9FD6-1CF17E788A18}"/>
              </a:ext>
            </a:extLst>
          </p:cNvPr>
          <p:cNvSpPr>
            <a:spLocks noGrp="1" noChangeArrowheads="1"/>
          </p:cNvSpPr>
          <p:nvPr>
            <p:ph type="ctrTitle"/>
          </p:nvPr>
        </p:nvSpPr>
        <p:spPr>
          <a:xfrm>
            <a:off x="1868488" y="2349500"/>
            <a:ext cx="5405437" cy="1079500"/>
          </a:xfrm>
        </p:spPr>
        <p:txBody>
          <a:bodyPr/>
          <a:lstStyle/>
          <a:p>
            <a:pPr algn="ctr" eaLnBrk="1" hangingPunct="1"/>
            <a:r>
              <a:rPr lang="ja-JP" altLang="en-US" sz="4000"/>
              <a:t>案件概要書</a:t>
            </a:r>
            <a:br>
              <a:rPr lang="en-US" altLang="ja-JP" sz="4000"/>
            </a:br>
            <a:r>
              <a:rPr lang="en-US" altLang="ja-JP"/>
              <a:t>【</a:t>
            </a:r>
            <a:r>
              <a:rPr lang="ja-JP" altLang="en-US"/>
              <a:t>エリア●●</a:t>
            </a:r>
            <a:r>
              <a:rPr lang="en-US" altLang="ja-JP"/>
              <a:t>×</a:t>
            </a:r>
            <a:r>
              <a:rPr lang="ja-JP" altLang="en-US"/>
              <a:t>●●科</a:t>
            </a:r>
            <a:r>
              <a:rPr lang="en-US" altLang="ja-JP"/>
              <a:t>】</a:t>
            </a:r>
            <a:endParaRPr lang="ja-JP"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タイトル 1">
            <a:extLst>
              <a:ext uri="{FF2B5EF4-FFF2-40B4-BE49-F238E27FC236}">
                <a16:creationId xmlns:a16="http://schemas.microsoft.com/office/drawing/2014/main" id="{445BA184-7841-40EC-92AE-1F088EE43210}"/>
              </a:ext>
            </a:extLst>
          </p:cNvPr>
          <p:cNvSpPr>
            <a:spLocks noGrp="1" noChangeArrowheads="1"/>
          </p:cNvSpPr>
          <p:nvPr>
            <p:ph type="title"/>
          </p:nvPr>
        </p:nvSpPr>
        <p:spPr>
          <a:xfrm>
            <a:off x="0" y="1588"/>
            <a:ext cx="8286750" cy="433387"/>
          </a:xfrm>
        </p:spPr>
        <p:txBody>
          <a:bodyPr/>
          <a:lstStyle/>
          <a:p>
            <a:r>
              <a:rPr lang="ja-JP" altLang="en-US"/>
              <a:t>はじめに</a:t>
            </a:r>
            <a:endParaRPr lang="ja-JP" altLang="en-US" sz="2000"/>
          </a:p>
        </p:txBody>
      </p:sp>
      <p:sp>
        <p:nvSpPr>
          <p:cNvPr id="8" name="正方形/長方形 7">
            <a:extLst>
              <a:ext uri="{FF2B5EF4-FFF2-40B4-BE49-F238E27FC236}">
                <a16:creationId xmlns:a16="http://schemas.microsoft.com/office/drawing/2014/main" id="{D604E52A-CE1D-4106-A59E-FC4C145DC81B}"/>
              </a:ext>
            </a:extLst>
          </p:cNvPr>
          <p:cNvSpPr/>
          <p:nvPr/>
        </p:nvSpPr>
        <p:spPr>
          <a:xfrm>
            <a:off x="234950" y="579120"/>
            <a:ext cx="8739188" cy="5640006"/>
          </a:xfrm>
          <a:prstGeom prst="rect">
            <a:avLst/>
          </a:prstGeom>
        </p:spPr>
        <p:txBody>
          <a:bodyPr>
            <a:spAutoFit/>
          </a:bodyPr>
          <a:lstStyle/>
          <a:p>
            <a:pPr>
              <a:defRPr/>
            </a:pPr>
            <a:r>
              <a:rPr lang="ja-JP" altLang="en-US" sz="1800" b="1" dirty="0">
                <a:latin typeface="メイリオ" panose="020B0604030504040204" pitchFamily="50" charset="-128"/>
                <a:ea typeface="メイリオ" panose="020B0604030504040204" pitchFamily="50" charset="-128"/>
              </a:rPr>
              <a:t>免責事項</a:t>
            </a:r>
          </a:p>
          <a:p>
            <a:pPr marL="171450" indent="-171450">
              <a:buFont typeface="Arial" panose="020B0604020202020204" pitchFamily="34" charset="0"/>
              <a:buChar char="•"/>
              <a:defRPr/>
            </a:pPr>
            <a:endParaRPr lang="en-US" altLang="ja-JP" sz="10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u"/>
              <a:tabLst>
                <a:tab pos="176213" algn="l"/>
              </a:tabLst>
              <a:defRPr/>
            </a:pPr>
            <a:r>
              <a:rPr lang="ja-JP" altLang="en-US" sz="1400" dirty="0">
                <a:latin typeface="メイリオ" panose="020B0604030504040204" pitchFamily="50" charset="-128"/>
                <a:ea typeface="メイリオ" panose="020B0604030504040204" pitchFamily="50" charset="-128"/>
              </a:rPr>
              <a:t>本書は、貴殿の買収検討資料としてのみ利用されることを目的に作成したものであり、</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ja-JP" altLang="en-US" sz="1400" dirty="0">
                <a:latin typeface="メイリオ" panose="020B0604030504040204" pitchFamily="50" charset="-128"/>
                <a:ea typeface="メイリオ" panose="020B0604030504040204" pitchFamily="50" charset="-128"/>
              </a:rPr>
              <a:t>　  弊社の事前の同意なしに他の目的に使用すること、または第三者に公表することはできません。</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ja-JP" altLang="en-US" sz="1400" dirty="0">
                <a:latin typeface="メイリオ" panose="020B0604030504040204" pitchFamily="50" charset="-128"/>
                <a:ea typeface="メイリオ" panose="020B0604030504040204" pitchFamily="50" charset="-128"/>
              </a:rPr>
              <a:t>　  また、その目的外使用から生じた如何なる事項に関しても弊社は一切の責任を負いません。</a:t>
            </a:r>
          </a:p>
          <a:p>
            <a:pPr marL="285750" indent="-285750">
              <a:buFont typeface="Wingdings" panose="05000000000000000000" pitchFamily="2" charset="2"/>
              <a:buChar char="u"/>
              <a:tabLst>
                <a:tab pos="176213" algn="l"/>
              </a:tabLst>
              <a:defRPr/>
            </a:pPr>
            <a:endParaRPr lang="en-US" altLang="ja-JP" sz="14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u"/>
              <a:tabLst>
                <a:tab pos="176213" algn="l"/>
              </a:tabLst>
              <a:defRPr/>
            </a:pPr>
            <a:r>
              <a:rPr lang="ja-JP" altLang="en-US" sz="1400" dirty="0">
                <a:latin typeface="メイリオ" panose="020B0604030504040204" pitchFamily="50" charset="-128"/>
                <a:ea typeface="メイリオ" panose="020B0604030504040204" pitchFamily="50" charset="-128"/>
              </a:rPr>
              <a:t>本書は、弊社が対象法人、対象事業者より提供された資料、または一般に公開されている情報に</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基づいて作成しております。</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弊社は資料の真実性、正確性、妥当性について保証するものではありません。</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また、貴院が本件の意思決定をするために必要なすべての情報を網羅しているものではありません。</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加えて、本資料中に将来予測及び見込み等が含まれる場合は、その実現可能性について弊社は何ら</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ja-JP" altLang="en-US" sz="1400" dirty="0">
                <a:latin typeface="メイリオ" panose="020B0604030504040204" pitchFamily="50" charset="-128"/>
                <a:ea typeface="メイリオ" panose="020B0604030504040204" pitchFamily="50" charset="-128"/>
              </a:rPr>
              <a:t>　  責任を負うものではありません。</a:t>
            </a:r>
          </a:p>
          <a:p>
            <a:pPr>
              <a:tabLst>
                <a:tab pos="176213" algn="l"/>
              </a:tabLst>
              <a:defRPr/>
            </a:pP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ja-JP" altLang="en-US" sz="1800" b="1" dirty="0">
                <a:latin typeface="メイリオ" panose="020B0604030504040204" pitchFamily="50" charset="-128"/>
                <a:ea typeface="メイリオ" panose="020B0604030504040204" pitchFamily="50" charset="-128"/>
              </a:rPr>
              <a:t>注意事項</a:t>
            </a:r>
            <a:endParaRPr lang="en-US" altLang="ja-JP" sz="1800" b="1"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u"/>
              <a:tabLst>
                <a:tab pos="176213" algn="l"/>
              </a:tabLst>
              <a:defRPr/>
            </a:pPr>
            <a:endParaRPr lang="en-US" altLang="ja-JP" sz="1400" dirty="0">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u"/>
              <a:tabLst>
                <a:tab pos="176213" algn="l"/>
              </a:tabLst>
              <a:defRPr/>
            </a:pPr>
            <a:r>
              <a:rPr lang="ja-JP" altLang="en-US" sz="1400" dirty="0">
                <a:latin typeface="メイリオ" panose="020B0604030504040204" pitchFamily="50" charset="-128"/>
                <a:ea typeface="メイリオ" panose="020B0604030504040204" pitchFamily="50" charset="-128"/>
              </a:rPr>
              <a:t>本書には、重要な内部情報が含まれておりますので、取り扱いは充分ご留意いただきますよう</a:t>
            </a:r>
            <a:endParaRPr lang="en-US" altLang="ja-JP" sz="1400" dirty="0">
              <a:latin typeface="メイリオ" panose="020B0604030504040204" pitchFamily="50" charset="-128"/>
              <a:ea typeface="メイリオ" panose="020B0604030504040204" pitchFamily="50" charset="-128"/>
            </a:endParaRPr>
          </a:p>
          <a:p>
            <a:pPr>
              <a:tabLst>
                <a:tab pos="176213" algn="l"/>
              </a:tabLst>
              <a:defRPr/>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お願い申し上げます。</a:t>
            </a:r>
          </a:p>
          <a:p>
            <a:pPr>
              <a:defRPr/>
            </a:pPr>
            <a:endParaRPr lang="en-US" altLang="ja-JP" sz="1000" dirty="0">
              <a:latin typeface="メイリオ" panose="020B0604030504040204" pitchFamily="50" charset="-128"/>
              <a:ea typeface="メイリオ" panose="020B0604030504040204" pitchFamily="50" charset="-128"/>
            </a:endParaRPr>
          </a:p>
          <a:p>
            <a:pPr>
              <a:defRPr/>
            </a:pPr>
            <a:endParaRPr lang="en-US" altLang="ja-JP" sz="1000" dirty="0">
              <a:latin typeface="メイリオ" panose="020B0604030504040204" pitchFamily="50" charset="-128"/>
              <a:ea typeface="メイリオ" panose="020B0604030504040204" pitchFamily="50" charset="-128"/>
            </a:endParaRPr>
          </a:p>
          <a:p>
            <a:pPr>
              <a:defRPr/>
            </a:pPr>
            <a:endParaRPr lang="en-US" altLang="ja-JP" sz="1000" dirty="0">
              <a:latin typeface="メイリオ" panose="020B0604030504040204" pitchFamily="50" charset="-128"/>
              <a:ea typeface="メイリオ" panose="020B0604030504040204" pitchFamily="50" charset="-128"/>
            </a:endParaRPr>
          </a:p>
          <a:p>
            <a:pPr>
              <a:defRPr/>
            </a:pPr>
            <a:endParaRPr lang="en-US" altLang="ja-JP" sz="1000" dirty="0">
              <a:latin typeface="メイリオ" panose="020B0604030504040204" pitchFamily="50" charset="-128"/>
              <a:ea typeface="メイリオ" panose="020B0604030504040204" pitchFamily="50" charset="-128"/>
            </a:endParaRPr>
          </a:p>
          <a:p>
            <a:pPr>
              <a:spcBef>
                <a:spcPts val="0"/>
              </a:spcBef>
              <a:spcAft>
                <a:spcPts val="300"/>
              </a:spcAft>
              <a:defRPr/>
            </a:pPr>
            <a:r>
              <a:rPr lang="ja-JP" altLang="en-US" sz="1800" dirty="0">
                <a:latin typeface="メイリオ" panose="020B0604030504040204" pitchFamily="50" charset="-128"/>
                <a:ea typeface="メイリオ" panose="020B0604030504040204" pitchFamily="50" charset="-128"/>
              </a:rPr>
              <a:t>本資料に関する問い合わせ先</a:t>
            </a:r>
          </a:p>
          <a:p>
            <a:pPr marL="84138" lvl="1">
              <a:tabLst>
                <a:tab pos="625475" algn="l"/>
              </a:tabLst>
              <a:defRPr/>
            </a:pPr>
            <a:r>
              <a:rPr lang="ja-JP" altLang="en-US" sz="1400" dirty="0">
                <a:latin typeface="メイリオ" panose="020B0604030504040204" pitchFamily="50" charset="-128"/>
                <a:ea typeface="メイリオ" panose="020B0604030504040204" pitchFamily="50" charset="-128"/>
              </a:rPr>
              <a:t>株式会社</a:t>
            </a:r>
            <a:r>
              <a:rPr lang="en-US" altLang="ja-JP" sz="1400" dirty="0" err="1">
                <a:latin typeface="メイリオ" panose="020B0604030504040204" pitchFamily="50" charset="-128"/>
                <a:ea typeface="メイリオ" panose="020B0604030504040204" pitchFamily="50" charset="-128"/>
              </a:rPr>
              <a:t>xxxxxxxxxxxxxxxxxx</a:t>
            </a:r>
            <a:endParaRPr lang="en-US" altLang="ja-JP" sz="1400" dirty="0">
              <a:latin typeface="メイリオ" panose="020B0604030504040204" pitchFamily="50" charset="-128"/>
              <a:ea typeface="メイリオ" panose="020B0604030504040204" pitchFamily="50" charset="-128"/>
            </a:endParaRPr>
          </a:p>
          <a:p>
            <a:pPr marL="84138" lvl="1">
              <a:tabLst>
                <a:tab pos="625475" algn="l"/>
              </a:tabLst>
              <a:defRPr/>
            </a:pPr>
            <a:r>
              <a:rPr lang="ja-JP" altLang="ja-JP" sz="1400" dirty="0">
                <a:latin typeface="メイリオ" panose="020B0604030504040204" pitchFamily="50" charset="-128"/>
                <a:ea typeface="メイリオ" panose="020B0604030504040204" pitchFamily="50" charset="-128"/>
              </a:rPr>
              <a:t>東京都</a:t>
            </a:r>
            <a:r>
              <a:rPr lang="en-US" altLang="ja-JP" sz="1400" dirty="0" err="1">
                <a:latin typeface="メイリオ" panose="020B0604030504040204" pitchFamily="50" charset="-128"/>
                <a:ea typeface="メイリオ" panose="020B0604030504040204" pitchFamily="50" charset="-128"/>
              </a:rPr>
              <a:t>xxxxxxxxxxxxx</a:t>
            </a:r>
            <a:r>
              <a:rPr lang="ja-JP" altLang="ja-JP" sz="1400" dirty="0">
                <a:latin typeface="メイリオ" panose="020B0604030504040204" pitchFamily="50" charset="-128"/>
                <a:ea typeface="メイリオ" panose="020B0604030504040204" pitchFamily="50" charset="-128"/>
              </a:rPr>
              <a:t>丁目</a:t>
            </a:r>
            <a:r>
              <a:rPr lang="en-US" altLang="ja-JP" sz="1400" dirty="0">
                <a:latin typeface="メイリオ" panose="020B0604030504040204" pitchFamily="50" charset="-128"/>
                <a:ea typeface="メイリオ" panose="020B0604030504040204" pitchFamily="50" charset="-128"/>
              </a:rPr>
              <a:t>XX</a:t>
            </a:r>
            <a:r>
              <a:rPr lang="ja-JP" altLang="ja-JP" sz="1400" dirty="0">
                <a:latin typeface="メイリオ" panose="020B0604030504040204" pitchFamily="50" charset="-128"/>
                <a:ea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rPr>
              <a:t>x</a:t>
            </a:r>
            <a:r>
              <a:rPr lang="ja-JP" altLang="ja-JP" sz="1400" dirty="0">
                <a:latin typeface="メイリオ" panose="020B0604030504040204" pitchFamily="50" charset="-128"/>
                <a:ea typeface="メイリオ" panose="020B0604030504040204" pitchFamily="50" charset="-128"/>
              </a:rPr>
              <a:t>　</a:t>
            </a:r>
            <a:r>
              <a:rPr lang="en-US" altLang="ja-JP" sz="1400" dirty="0" err="1">
                <a:latin typeface="メイリオ" panose="020B0604030504040204" pitchFamily="50" charset="-128"/>
                <a:ea typeface="メイリオ" panose="020B0604030504040204" pitchFamily="50" charset="-128"/>
              </a:rPr>
              <a:t>xxxx</a:t>
            </a:r>
            <a:r>
              <a:rPr lang="ja-JP" altLang="ja-JP" sz="1400" dirty="0">
                <a:latin typeface="メイリオ" panose="020B0604030504040204" pitchFamily="50" charset="-128"/>
                <a:ea typeface="メイリオ" panose="020B0604030504040204" pitchFamily="50" charset="-128"/>
              </a:rPr>
              <a:t>ビル</a:t>
            </a:r>
            <a:r>
              <a:rPr lang="ja-JP" altLang="ja-JP" sz="800" dirty="0">
                <a:latin typeface="メイリオ" panose="020B0604030504040204" pitchFamily="50" charset="-128"/>
                <a:ea typeface="メイリオ" panose="020B0604030504040204" pitchFamily="50" charset="-128"/>
              </a:rPr>
              <a:t> </a:t>
            </a:r>
            <a:endParaRPr lang="en-US" altLang="ja-JP" sz="1400" dirty="0">
              <a:latin typeface="メイリオ" panose="020B0604030504040204" pitchFamily="50" charset="-128"/>
              <a:ea typeface="メイリオ" panose="020B0604030504040204" pitchFamily="50" charset="-128"/>
            </a:endParaRPr>
          </a:p>
          <a:p>
            <a:pPr marL="84138" lvl="1">
              <a:tabLst>
                <a:tab pos="625475" algn="l"/>
              </a:tabLst>
              <a:defRPr/>
            </a:pPr>
            <a:r>
              <a:rPr lang="en-US" altLang="ja-JP" sz="1400" dirty="0" err="1">
                <a:latin typeface="メイリオ" panose="020B0604030504040204" pitchFamily="50" charset="-128"/>
                <a:ea typeface="メイリオ" panose="020B0604030504040204" pitchFamily="50" charset="-128"/>
              </a:rPr>
              <a:t>xxxxx</a:t>
            </a:r>
            <a:r>
              <a:rPr lang="ja-JP" altLang="en-US" sz="1400" dirty="0">
                <a:latin typeface="メイリオ" panose="020B0604030504040204" pitchFamily="50" charset="-128"/>
                <a:ea typeface="メイリオ" panose="020B0604030504040204" pitchFamily="50" charset="-128"/>
              </a:rPr>
              <a:t>グループ　 </a:t>
            </a:r>
            <a:r>
              <a:rPr kumimoji="0" lang="ja-JP" altLang="ja-JP"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XXXXXXXX@xxxxxxx.co.jp</a:t>
            </a:r>
          </a:p>
          <a:p>
            <a:pPr marL="84138" lvl="1">
              <a:tabLst>
                <a:tab pos="625475" algn="l"/>
              </a:tabLst>
              <a:defRPr/>
            </a:pPr>
            <a:endParaRPr lang="en-US" altLang="ja-JP" sz="1600" dirty="0">
              <a:latin typeface="メイリオ" panose="020B0604030504040204" pitchFamily="50" charset="-128"/>
              <a:ea typeface="メイリオ" panose="020B0604030504040204" pitchFamily="50" charset="-128"/>
            </a:endParaRPr>
          </a:p>
        </p:txBody>
      </p:sp>
      <p:sp>
        <p:nvSpPr>
          <p:cNvPr id="7172" name="スライド番号プレースホルダー 4">
            <a:extLst>
              <a:ext uri="{FF2B5EF4-FFF2-40B4-BE49-F238E27FC236}">
                <a16:creationId xmlns:a16="http://schemas.microsoft.com/office/drawing/2014/main" id="{07A4B507-EC26-42D5-9DD6-FB11B7B57CC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CA178C97-10E9-4D2F-8EC3-B5A1F1227536}" type="slidenum">
              <a:rPr kumimoji="0" lang="en-US" altLang="ja-JP" sz="1600" smtClean="0"/>
              <a:pPr>
                <a:spcBef>
                  <a:spcPct val="0"/>
                </a:spcBef>
                <a:buFontTx/>
                <a:buNone/>
              </a:pPr>
              <a:t>2</a:t>
            </a:fld>
            <a:endParaRPr kumimoji="0" lang="en-US" altLang="ja-JP"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416BFF-1316-E139-57A3-4CA03EF6011B}"/>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E49B7F1E-F9FC-6C1A-F2B5-D7B8334506BB}"/>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896121-07A9-91C4-619C-0BE4E8E87249}"/>
              </a:ext>
            </a:extLst>
          </p:cNvPr>
          <p:cNvSpPr>
            <a:spLocks noGrp="1"/>
          </p:cNvSpPr>
          <p:nvPr>
            <p:ph type="sldNum" sz="quarter" idx="10"/>
          </p:nvPr>
        </p:nvSpPr>
        <p:spPr/>
        <p:txBody>
          <a:bodyPr/>
          <a:lstStyle/>
          <a:p>
            <a:pPr>
              <a:defRPr/>
            </a:pPr>
            <a:fld id="{0DE776A0-F990-48AA-84AC-1A695DD59D8A}" type="slidenum">
              <a:rPr lang="en-US" altLang="ja-JP" smtClean="0"/>
              <a:pPr>
                <a:defRPr/>
              </a:pPr>
              <a:t>3</a:t>
            </a:fld>
            <a:endParaRPr lang="en-US" altLang="ja-JP"/>
          </a:p>
        </p:txBody>
      </p:sp>
    </p:spTree>
    <p:extLst>
      <p:ext uri="{BB962C8B-B14F-4D97-AF65-F5344CB8AC3E}">
        <p14:creationId xmlns:p14="http://schemas.microsoft.com/office/powerpoint/2010/main" val="315192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7F64A3-E94C-52A1-C26B-8D9CC62D3D7D}"/>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9BE686C1-81F0-760D-B0FD-E47680BEBC21}"/>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FA34722-6A80-FA8D-4809-F4F08E3014AF}"/>
              </a:ext>
            </a:extLst>
          </p:cNvPr>
          <p:cNvSpPr>
            <a:spLocks noGrp="1"/>
          </p:cNvSpPr>
          <p:nvPr>
            <p:ph type="sldNum" sz="quarter" idx="10"/>
          </p:nvPr>
        </p:nvSpPr>
        <p:spPr/>
        <p:txBody>
          <a:bodyPr/>
          <a:lstStyle/>
          <a:p>
            <a:pPr>
              <a:defRPr/>
            </a:pPr>
            <a:fld id="{0DE776A0-F990-48AA-84AC-1A695DD59D8A}" type="slidenum">
              <a:rPr lang="en-US" altLang="ja-JP" smtClean="0"/>
              <a:pPr>
                <a:defRPr/>
              </a:pPr>
              <a:t>4</a:t>
            </a:fld>
            <a:endParaRPr lang="en-US" altLang="ja-JP"/>
          </a:p>
        </p:txBody>
      </p:sp>
    </p:spTree>
    <p:extLst>
      <p:ext uri="{BB962C8B-B14F-4D97-AF65-F5344CB8AC3E}">
        <p14:creationId xmlns:p14="http://schemas.microsoft.com/office/powerpoint/2010/main" val="4284189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834A5C-72BD-6916-5BE5-1729B3CF415E}"/>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9A70F90B-94FB-CED5-62E3-2FCC14BEEB94}"/>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C5D176B-94ED-9776-E2C3-B64091073759}"/>
              </a:ext>
            </a:extLst>
          </p:cNvPr>
          <p:cNvSpPr>
            <a:spLocks noGrp="1"/>
          </p:cNvSpPr>
          <p:nvPr>
            <p:ph type="sldNum" sz="quarter" idx="10"/>
          </p:nvPr>
        </p:nvSpPr>
        <p:spPr/>
        <p:txBody>
          <a:bodyPr/>
          <a:lstStyle/>
          <a:p>
            <a:pPr>
              <a:defRPr/>
            </a:pPr>
            <a:fld id="{0DE776A0-F990-48AA-84AC-1A695DD59D8A}" type="slidenum">
              <a:rPr lang="en-US" altLang="ja-JP" smtClean="0"/>
              <a:pPr>
                <a:defRPr/>
              </a:pPr>
              <a:t>5</a:t>
            </a:fld>
            <a:endParaRPr lang="en-US" altLang="ja-JP"/>
          </a:p>
        </p:txBody>
      </p:sp>
    </p:spTree>
    <p:extLst>
      <p:ext uri="{BB962C8B-B14F-4D97-AF65-F5344CB8AC3E}">
        <p14:creationId xmlns:p14="http://schemas.microsoft.com/office/powerpoint/2010/main" val="3968250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コンテンツ プレースホルダー 2">
            <a:extLst>
              <a:ext uri="{FF2B5EF4-FFF2-40B4-BE49-F238E27FC236}">
                <a16:creationId xmlns:a16="http://schemas.microsoft.com/office/drawing/2014/main" id="{BBEF2A32-80AA-46AE-90FA-48C16292F800}"/>
              </a:ext>
            </a:extLst>
          </p:cNvPr>
          <p:cNvSpPr>
            <a:spLocks noGrp="1" noChangeArrowheads="1"/>
          </p:cNvSpPr>
          <p:nvPr>
            <p:ph idx="1"/>
          </p:nvPr>
        </p:nvSpPr>
        <p:spPr>
          <a:xfrm>
            <a:off x="1579563" y="2627313"/>
            <a:ext cx="5918200" cy="1346200"/>
          </a:xfrm>
          <a:solidFill>
            <a:srgbClr val="0070C0"/>
          </a:solidFill>
        </p:spPr>
        <p:txBody>
          <a:bodyPr anchor="ctr"/>
          <a:lstStyle/>
          <a:p>
            <a:pPr marL="0" indent="0" algn="ctr">
              <a:buFontTx/>
              <a:buNone/>
            </a:pPr>
            <a:r>
              <a:rPr lang="ja-JP" altLang="en-US" sz="6600" b="1" dirty="0">
                <a:solidFill>
                  <a:schemeClr val="bg1"/>
                </a:solidFill>
              </a:rPr>
              <a:t>施設概要</a:t>
            </a:r>
          </a:p>
        </p:txBody>
      </p:sp>
      <p:sp>
        <p:nvSpPr>
          <p:cNvPr id="9219" name="スライド番号プレースホルダー 4">
            <a:extLst>
              <a:ext uri="{FF2B5EF4-FFF2-40B4-BE49-F238E27FC236}">
                <a16:creationId xmlns:a16="http://schemas.microsoft.com/office/drawing/2014/main" id="{B46171B4-5836-4177-8512-7042C901C55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CAA10C1C-DEF8-4F36-B505-2A2C09538BEE}" type="slidenum">
              <a:rPr kumimoji="0" lang="en-US" altLang="ja-JP" sz="1600" smtClean="0"/>
              <a:pPr>
                <a:spcBef>
                  <a:spcPct val="0"/>
                </a:spcBef>
                <a:buFontTx/>
                <a:buNone/>
              </a:pPr>
              <a:t>6</a:t>
            </a:fld>
            <a:endParaRPr kumimoji="0" lang="en-US" altLang="ja-JP"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タイトル 1">
            <a:extLst>
              <a:ext uri="{FF2B5EF4-FFF2-40B4-BE49-F238E27FC236}">
                <a16:creationId xmlns:a16="http://schemas.microsoft.com/office/drawing/2014/main" id="{40842449-9723-4690-8C2A-E70E87A34ACD}"/>
              </a:ext>
            </a:extLst>
          </p:cNvPr>
          <p:cNvSpPr>
            <a:spLocks noGrp="1" noChangeArrowheads="1"/>
          </p:cNvSpPr>
          <p:nvPr>
            <p:ph type="title"/>
          </p:nvPr>
        </p:nvSpPr>
        <p:spPr>
          <a:xfrm>
            <a:off x="0" y="1588"/>
            <a:ext cx="8286750" cy="433387"/>
          </a:xfrm>
        </p:spPr>
        <p:txBody>
          <a:bodyPr/>
          <a:lstStyle/>
          <a:p>
            <a:r>
              <a:rPr lang="ja-JP" altLang="en-US"/>
              <a:t>基本情報（法人概要①）</a:t>
            </a:r>
          </a:p>
        </p:txBody>
      </p:sp>
      <p:pic>
        <p:nvPicPr>
          <p:cNvPr id="10243" name="図 5">
            <a:extLst>
              <a:ext uri="{FF2B5EF4-FFF2-40B4-BE49-F238E27FC236}">
                <a16:creationId xmlns:a16="http://schemas.microsoft.com/office/drawing/2014/main" id="{0C2FB3DB-5B08-4472-A4F0-D88B83EC8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150" y="836613"/>
            <a:ext cx="72136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スライド番号プレースホルダー 4">
            <a:extLst>
              <a:ext uri="{FF2B5EF4-FFF2-40B4-BE49-F238E27FC236}">
                <a16:creationId xmlns:a16="http://schemas.microsoft.com/office/drawing/2014/main" id="{BEE701ED-BFE9-41A5-A243-0CB210F0A55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2236396F-BAA4-4BA4-935E-DBAF50E4F58C}" type="slidenum">
              <a:rPr kumimoji="0" lang="en-US" altLang="ja-JP" sz="1600" smtClean="0"/>
              <a:pPr>
                <a:spcBef>
                  <a:spcPct val="0"/>
                </a:spcBef>
                <a:buFontTx/>
                <a:buNone/>
              </a:pPr>
              <a:t>7</a:t>
            </a:fld>
            <a:endParaRPr kumimoji="0" lang="en-US" altLang="ja-JP"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タイトル 1">
            <a:extLst>
              <a:ext uri="{FF2B5EF4-FFF2-40B4-BE49-F238E27FC236}">
                <a16:creationId xmlns:a16="http://schemas.microsoft.com/office/drawing/2014/main" id="{3BFF6DE2-9C02-46DF-915A-19D8D8E7ED8B}"/>
              </a:ext>
            </a:extLst>
          </p:cNvPr>
          <p:cNvSpPr>
            <a:spLocks noGrp="1" noChangeArrowheads="1"/>
          </p:cNvSpPr>
          <p:nvPr>
            <p:ph type="title"/>
          </p:nvPr>
        </p:nvSpPr>
        <p:spPr>
          <a:xfrm>
            <a:off x="0" y="1588"/>
            <a:ext cx="8286750" cy="433387"/>
          </a:xfrm>
        </p:spPr>
        <p:txBody>
          <a:bodyPr/>
          <a:lstStyle/>
          <a:p>
            <a:r>
              <a:rPr lang="ja-JP" altLang="en-US"/>
              <a:t>基本情報（クリニック概要②）</a:t>
            </a:r>
          </a:p>
        </p:txBody>
      </p:sp>
      <p:sp>
        <p:nvSpPr>
          <p:cNvPr id="11267" name="テキスト ボックス 16">
            <a:extLst>
              <a:ext uri="{FF2B5EF4-FFF2-40B4-BE49-F238E27FC236}">
                <a16:creationId xmlns:a16="http://schemas.microsoft.com/office/drawing/2014/main" id="{FF4FDE22-1CEC-4E68-AB71-83EA15455214}"/>
              </a:ext>
            </a:extLst>
          </p:cNvPr>
          <p:cNvSpPr txBox="1">
            <a:spLocks noChangeArrowheads="1"/>
          </p:cNvSpPr>
          <p:nvPr/>
        </p:nvSpPr>
        <p:spPr bwMode="auto">
          <a:xfrm flipH="1">
            <a:off x="7938" y="4206875"/>
            <a:ext cx="1677987"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en-US" altLang="ja-JP" sz="1600" b="1"/>
              <a:t>【</a:t>
            </a:r>
            <a:r>
              <a:rPr lang="ja-JP" altLang="en-US" sz="1600" b="1"/>
              <a:t>診療時間</a:t>
            </a:r>
            <a:r>
              <a:rPr lang="en-US" altLang="ja-JP" sz="1600" b="1"/>
              <a:t>】</a:t>
            </a:r>
          </a:p>
        </p:txBody>
      </p:sp>
      <p:pic>
        <p:nvPicPr>
          <p:cNvPr id="11268" name="図 7">
            <a:extLst>
              <a:ext uri="{FF2B5EF4-FFF2-40B4-BE49-F238E27FC236}">
                <a16:creationId xmlns:a16="http://schemas.microsoft.com/office/drawing/2014/main" id="{8CD694EB-67CF-4726-84A2-42B6FFA1C4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0175" y="677863"/>
            <a:ext cx="44418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図 11">
            <a:extLst>
              <a:ext uri="{FF2B5EF4-FFF2-40B4-BE49-F238E27FC236}">
                <a16:creationId xmlns:a16="http://schemas.microsoft.com/office/drawing/2014/main" id="{0399B2AC-CC3F-4556-A3A1-3D0FA22705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2088" y="4525963"/>
            <a:ext cx="3951287"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図 2">
            <a:extLst>
              <a:ext uri="{FF2B5EF4-FFF2-40B4-BE49-F238E27FC236}">
                <a16:creationId xmlns:a16="http://schemas.microsoft.com/office/drawing/2014/main" id="{FE874AAA-1559-4CE3-908C-A5372EFBBF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2638" y="646113"/>
            <a:ext cx="4421187" cy="54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スライド番号プレースホルダー 4">
            <a:extLst>
              <a:ext uri="{FF2B5EF4-FFF2-40B4-BE49-F238E27FC236}">
                <a16:creationId xmlns:a16="http://schemas.microsoft.com/office/drawing/2014/main" id="{A8CCC14B-629A-4B48-ABE4-6D07CAD584A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4750AF69-6792-4886-945A-1B7A5BB16079}" type="slidenum">
              <a:rPr kumimoji="0" lang="en-US" altLang="ja-JP" sz="1600" smtClean="0"/>
              <a:pPr>
                <a:spcBef>
                  <a:spcPct val="0"/>
                </a:spcBef>
                <a:buFontTx/>
                <a:buNone/>
              </a:pPr>
              <a:t>8</a:t>
            </a:fld>
            <a:endParaRPr kumimoji="0" lang="en-US" altLang="ja-JP"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タイトル 1">
            <a:extLst>
              <a:ext uri="{FF2B5EF4-FFF2-40B4-BE49-F238E27FC236}">
                <a16:creationId xmlns:a16="http://schemas.microsoft.com/office/drawing/2014/main" id="{AE3CBAAB-4ABF-4EA1-9C68-F129D4F36BB8}"/>
              </a:ext>
            </a:extLst>
          </p:cNvPr>
          <p:cNvSpPr>
            <a:spLocks noGrp="1" noChangeArrowheads="1"/>
          </p:cNvSpPr>
          <p:nvPr>
            <p:ph type="title"/>
          </p:nvPr>
        </p:nvSpPr>
        <p:spPr>
          <a:xfrm>
            <a:off x="0" y="1588"/>
            <a:ext cx="8286750" cy="433387"/>
          </a:xfrm>
        </p:spPr>
        <p:txBody>
          <a:bodyPr/>
          <a:lstStyle/>
          <a:p>
            <a:r>
              <a:rPr lang="ja-JP" altLang="en-US" dirty="0"/>
              <a:t>理事長（または院長）ご経歴　　</a:t>
            </a:r>
          </a:p>
        </p:txBody>
      </p:sp>
      <p:sp>
        <p:nvSpPr>
          <p:cNvPr id="12292" name="テキスト ボックス 5">
            <a:extLst>
              <a:ext uri="{FF2B5EF4-FFF2-40B4-BE49-F238E27FC236}">
                <a16:creationId xmlns:a16="http://schemas.microsoft.com/office/drawing/2014/main" id="{2999BDBA-2554-441E-923B-D3748C53F38D}"/>
              </a:ext>
            </a:extLst>
          </p:cNvPr>
          <p:cNvSpPr txBox="1">
            <a:spLocks noChangeArrowheads="1"/>
          </p:cNvSpPr>
          <p:nvPr/>
        </p:nvSpPr>
        <p:spPr bwMode="auto">
          <a:xfrm>
            <a:off x="709613" y="1401763"/>
            <a:ext cx="1473200" cy="2012950"/>
          </a:xfrm>
          <a:prstGeom prst="rect">
            <a:avLst/>
          </a:prstGeom>
          <a:ln/>
        </p:spPr>
        <p:style>
          <a:lnRef idx="2">
            <a:schemeClr val="dk1"/>
          </a:lnRef>
          <a:fillRef idx="1">
            <a:schemeClr val="lt1"/>
          </a:fillRef>
          <a:effectRef idx="0">
            <a:schemeClr val="dk1"/>
          </a:effectRef>
          <a:fontRef idx="minor">
            <a:schemeClr val="dk1"/>
          </a:fontRef>
        </p:style>
        <p:txBody>
          <a:bodyPr lIns="36000" tIns="36000" rIns="36000" bIns="36000" anchor="ctr">
            <a:spAutoFit/>
          </a:bodyPr>
          <a:lstStyle>
            <a:lvl1pPr>
              <a:spcBef>
                <a:spcPct val="20000"/>
              </a:spcBef>
              <a:buChar char="•"/>
              <a:defRPr kumimoji="1" sz="3200">
                <a:solidFill>
                  <a:srgbClr val="33464D"/>
                </a:solidFill>
                <a:latin typeface="Arial" panose="020B0604020202020204" pitchFamily="34" charset="0"/>
                <a:ea typeface="Osaka" charset="-128"/>
              </a:defRPr>
            </a:lvl1pPr>
            <a:lvl2pPr marL="742950" indent="-285750">
              <a:spcBef>
                <a:spcPct val="20000"/>
              </a:spcBef>
              <a:buChar char="–"/>
              <a:defRPr kumimoji="1" sz="2800">
                <a:solidFill>
                  <a:srgbClr val="33464D"/>
                </a:solidFill>
                <a:latin typeface="Arial" panose="020B0604020202020204" pitchFamily="34" charset="0"/>
                <a:ea typeface="Osaka" charset="-128"/>
              </a:defRPr>
            </a:lvl2pPr>
            <a:lvl3pPr marL="1143000" indent="-228600">
              <a:spcBef>
                <a:spcPct val="20000"/>
              </a:spcBef>
              <a:buChar char="•"/>
              <a:defRPr kumimoji="1" sz="2400">
                <a:solidFill>
                  <a:srgbClr val="33464D"/>
                </a:solidFill>
                <a:latin typeface="Arial" panose="020B0604020202020204" pitchFamily="34" charset="0"/>
                <a:ea typeface="Osaka" charset="-128"/>
              </a:defRPr>
            </a:lvl3pPr>
            <a:lvl4pPr marL="1600200" indent="-228600">
              <a:spcBef>
                <a:spcPct val="20000"/>
              </a:spcBef>
              <a:buChar char="–"/>
              <a:defRPr kumimoji="1" sz="2000">
                <a:solidFill>
                  <a:srgbClr val="33464D"/>
                </a:solidFill>
                <a:latin typeface="Arial" panose="020B0604020202020204" pitchFamily="34" charset="0"/>
                <a:ea typeface="Osaka" charset="-128"/>
              </a:defRPr>
            </a:lvl4pPr>
            <a:lvl5pPr marL="2057400" indent="-228600">
              <a:spcBef>
                <a:spcPct val="20000"/>
              </a:spcBef>
              <a:buChar char="»"/>
              <a:defRPr kumimoji="1" sz="2000">
                <a:solidFill>
                  <a:srgbClr val="33464D"/>
                </a:solidFill>
                <a:latin typeface="Arial" panose="020B0604020202020204" pitchFamily="34" charset="0"/>
                <a:ea typeface="Osaka" charset="-128"/>
              </a:defRPr>
            </a:lvl5pPr>
            <a:lvl6pPr marL="25146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6pPr>
            <a:lvl7pPr marL="29718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7pPr>
            <a:lvl8pPr marL="34290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8pPr>
            <a:lvl9pPr marL="38862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9pPr>
          </a:lstStyle>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r>
              <a:rPr lang="en-US" altLang="ja-JP" sz="1400" dirty="0">
                <a:solidFill>
                  <a:schemeClr val="tx1"/>
                </a:solidFill>
                <a:latin typeface="メイリオ" panose="020B0604030504040204" pitchFamily="50" charset="-128"/>
                <a:ea typeface="メイリオ" panose="020B0604030504040204" pitchFamily="50" charset="-128"/>
              </a:rPr>
              <a:t>※</a:t>
            </a:r>
            <a:r>
              <a:rPr lang="ja-JP" altLang="en-US" sz="1400" dirty="0">
                <a:solidFill>
                  <a:schemeClr val="tx1"/>
                </a:solidFill>
                <a:latin typeface="メイリオ" panose="020B0604030504040204" pitchFamily="50" charset="-128"/>
                <a:ea typeface="メイリオ" panose="020B0604030504040204" pitchFamily="50" charset="-128"/>
              </a:rPr>
              <a:t>お写真</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795C2378-6BEA-4880-9797-1609F14ACF05}"/>
              </a:ext>
            </a:extLst>
          </p:cNvPr>
          <p:cNvSpPr txBox="1">
            <a:spLocks noChangeArrowheads="1"/>
          </p:cNvSpPr>
          <p:nvPr/>
        </p:nvSpPr>
        <p:spPr bwMode="auto">
          <a:xfrm>
            <a:off x="5211763" y="6410325"/>
            <a:ext cx="357505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r>
              <a:rPr lang="en-US" altLang="ja-JP" sz="1600"/>
              <a:t>※</a:t>
            </a:r>
            <a:r>
              <a:rPr lang="ja-JP" altLang="en-US" sz="1600"/>
              <a:t>出典：ホームページより転載</a:t>
            </a:r>
          </a:p>
        </p:txBody>
      </p:sp>
      <p:sp>
        <p:nvSpPr>
          <p:cNvPr id="12293" name="テキスト ボックス 1">
            <a:extLst>
              <a:ext uri="{FF2B5EF4-FFF2-40B4-BE49-F238E27FC236}">
                <a16:creationId xmlns:a16="http://schemas.microsoft.com/office/drawing/2014/main" id="{FF96D800-0D24-4F21-83FA-14868B0FAF7F}"/>
              </a:ext>
            </a:extLst>
          </p:cNvPr>
          <p:cNvSpPr txBox="1">
            <a:spLocks noChangeArrowheads="1"/>
          </p:cNvSpPr>
          <p:nvPr/>
        </p:nvSpPr>
        <p:spPr bwMode="auto">
          <a:xfrm>
            <a:off x="428625" y="760413"/>
            <a:ext cx="3028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r>
              <a:rPr lang="ja-JP" altLang="en-US" sz="2400"/>
              <a:t>　●先生</a:t>
            </a:r>
            <a:endParaRPr lang="ja-JP" altLang="en-US" sz="1600">
              <a:latin typeface="Arial" panose="020B0604020202020204" pitchFamily="34" charset="0"/>
              <a:ea typeface="ヒラギノ角ゴ Pro W3" charset="-128"/>
            </a:endParaRPr>
          </a:p>
        </p:txBody>
      </p:sp>
      <p:sp>
        <p:nvSpPr>
          <p:cNvPr id="12294" name="テキスト ボックス 16">
            <a:extLst>
              <a:ext uri="{FF2B5EF4-FFF2-40B4-BE49-F238E27FC236}">
                <a16:creationId xmlns:a16="http://schemas.microsoft.com/office/drawing/2014/main" id="{DF4A600F-F7FF-424B-BDEF-FE4CFD8F2013}"/>
              </a:ext>
            </a:extLst>
          </p:cNvPr>
          <p:cNvSpPr txBox="1">
            <a:spLocks noChangeArrowheads="1"/>
          </p:cNvSpPr>
          <p:nvPr/>
        </p:nvSpPr>
        <p:spPr bwMode="auto">
          <a:xfrm>
            <a:off x="3035300" y="1341438"/>
            <a:ext cx="6008688" cy="155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en-US" altLang="ja-JP" sz="1600" b="1"/>
              <a:t>【</a:t>
            </a:r>
            <a:r>
              <a:rPr lang="ja-JP" altLang="en-US" sz="1600" b="1"/>
              <a:t>ご経歴</a:t>
            </a:r>
            <a:r>
              <a:rPr lang="en-US" altLang="ja-JP" sz="1600" b="1"/>
              <a:t>】</a:t>
            </a:r>
          </a:p>
          <a:p>
            <a:pPr eaLnBrk="1" hangingPunct="1">
              <a:spcBef>
                <a:spcPct val="0"/>
              </a:spcBef>
              <a:buFontTx/>
              <a:buNone/>
            </a:pPr>
            <a:endParaRPr lang="en-US" altLang="ja-JP" sz="1600" b="1"/>
          </a:p>
          <a:p>
            <a:pPr eaLnBrk="1" hangingPunct="1">
              <a:spcBef>
                <a:spcPct val="0"/>
              </a:spcBef>
              <a:buFontTx/>
              <a:buNone/>
            </a:pPr>
            <a:r>
              <a:rPr lang="ja-JP" altLang="en-US" sz="1600"/>
              <a:t>●●年　　●●大学医学部卒業</a:t>
            </a:r>
            <a:endParaRPr lang="en-US" altLang="ja-JP" sz="1600"/>
          </a:p>
          <a:p>
            <a:pPr eaLnBrk="1" hangingPunct="1">
              <a:spcBef>
                <a:spcPct val="0"/>
              </a:spcBef>
              <a:buFontTx/>
              <a:buNone/>
            </a:pPr>
            <a:r>
              <a:rPr lang="ja-JP" altLang="en-US" sz="1600"/>
              <a:t>●●年　　●●大学●●科に入局</a:t>
            </a:r>
            <a:endParaRPr lang="en-US" altLang="ja-JP" sz="1600"/>
          </a:p>
          <a:p>
            <a:pPr eaLnBrk="1" hangingPunct="1">
              <a:spcBef>
                <a:spcPct val="0"/>
              </a:spcBef>
              <a:buFontTx/>
              <a:buNone/>
            </a:pPr>
            <a:r>
              <a:rPr lang="ja-JP" altLang="en-US" sz="1600"/>
              <a:t>●●年　　●●病院勤務</a:t>
            </a:r>
            <a:endParaRPr lang="en-US" altLang="ja-JP" sz="1600"/>
          </a:p>
          <a:p>
            <a:pPr eaLnBrk="1" hangingPunct="1">
              <a:spcBef>
                <a:spcPct val="0"/>
              </a:spcBef>
              <a:buFontTx/>
              <a:buNone/>
            </a:pPr>
            <a:r>
              <a:rPr lang="ja-JP" altLang="en-US" sz="1600"/>
              <a:t>●●年　　現在地に開業</a:t>
            </a:r>
            <a:endParaRPr lang="en-US" altLang="ja-JP" sz="1600"/>
          </a:p>
        </p:txBody>
      </p:sp>
      <p:sp>
        <p:nvSpPr>
          <p:cNvPr id="12295" name="テキスト ボックス 16">
            <a:extLst>
              <a:ext uri="{FF2B5EF4-FFF2-40B4-BE49-F238E27FC236}">
                <a16:creationId xmlns:a16="http://schemas.microsoft.com/office/drawing/2014/main" id="{ABA6E54A-D5D1-4613-A175-281BA00FBDC8}"/>
              </a:ext>
            </a:extLst>
          </p:cNvPr>
          <p:cNvSpPr txBox="1">
            <a:spLocks noChangeArrowheads="1"/>
          </p:cNvSpPr>
          <p:nvPr/>
        </p:nvSpPr>
        <p:spPr bwMode="auto">
          <a:xfrm>
            <a:off x="3035300" y="3683000"/>
            <a:ext cx="6008688"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en-US" altLang="ja-JP" sz="1600" b="1"/>
              <a:t>【</a:t>
            </a:r>
            <a:r>
              <a:rPr lang="ja-JP" altLang="en-US" sz="1600" b="1"/>
              <a:t>資格</a:t>
            </a:r>
            <a:r>
              <a:rPr lang="en-US" altLang="ja-JP" sz="1600" b="1"/>
              <a:t>】</a:t>
            </a:r>
          </a:p>
          <a:p>
            <a:pPr eaLnBrk="1" hangingPunct="1">
              <a:spcBef>
                <a:spcPct val="0"/>
              </a:spcBef>
              <a:buFontTx/>
              <a:buNone/>
            </a:pPr>
            <a:endParaRPr lang="en-US" altLang="ja-JP" sz="1600"/>
          </a:p>
          <a:p>
            <a:pPr eaLnBrk="1" hangingPunct="1">
              <a:spcBef>
                <a:spcPct val="0"/>
              </a:spcBef>
              <a:buFontTx/>
              <a:buNone/>
            </a:pPr>
            <a:r>
              <a:rPr lang="ja-JP" altLang="en-US" sz="1600"/>
              <a:t>●●年　　●●専門医取得</a:t>
            </a:r>
            <a:endParaRPr lang="en-US" altLang="ja-JP" sz="1600"/>
          </a:p>
        </p:txBody>
      </p:sp>
      <p:sp>
        <p:nvSpPr>
          <p:cNvPr id="12296" name="スライド番号プレースホルダー 4">
            <a:extLst>
              <a:ext uri="{FF2B5EF4-FFF2-40B4-BE49-F238E27FC236}">
                <a16:creationId xmlns:a16="http://schemas.microsoft.com/office/drawing/2014/main" id="{6C686CE5-6D2A-45F7-928F-358186D598D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84C7D258-4F1C-4F6F-AE1B-19461477BEEF}" type="slidenum">
              <a:rPr kumimoji="0" lang="en-US" altLang="ja-JP" sz="1600" smtClean="0"/>
              <a:pPr>
                <a:spcBef>
                  <a:spcPct val="0"/>
                </a:spcBef>
                <a:buFontTx/>
                <a:buNone/>
              </a:pPr>
              <a:t>9</a:t>
            </a:fld>
            <a:endParaRPr kumimoji="0" lang="en-US" altLang="ja-JP"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656EF99-A6D2-88E6-1709-E787E2C005F3}"/>
              </a:ext>
            </a:extLst>
          </p:cNvPr>
          <p:cNvSpPr/>
          <p:nvPr/>
        </p:nvSpPr>
        <p:spPr bwMode="auto">
          <a:xfrm>
            <a:off x="230188" y="987425"/>
            <a:ext cx="5108728" cy="520223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400" b="0" i="0" u="none" strike="noStrike" cap="none" normalizeH="0" baseline="0">
              <a:ln>
                <a:noFill/>
              </a:ln>
              <a:solidFill>
                <a:srgbClr val="000000"/>
              </a:solidFill>
              <a:effectLst/>
              <a:latin typeface="Arial" charset="0"/>
              <a:ea typeface="ヒラギノ角ゴ Pro W3" charset="0"/>
              <a:cs typeface="ヒラギノ角ゴ Pro W3" charset="0"/>
            </a:endParaRPr>
          </a:p>
        </p:txBody>
      </p:sp>
      <p:sp>
        <p:nvSpPr>
          <p:cNvPr id="13315" name="タイトル 1">
            <a:extLst>
              <a:ext uri="{FF2B5EF4-FFF2-40B4-BE49-F238E27FC236}">
                <a16:creationId xmlns:a16="http://schemas.microsoft.com/office/drawing/2014/main" id="{C4563537-9E2A-4662-A9EF-D7948110933D}"/>
              </a:ext>
            </a:extLst>
          </p:cNvPr>
          <p:cNvSpPr>
            <a:spLocks noGrp="1" noChangeArrowheads="1"/>
          </p:cNvSpPr>
          <p:nvPr>
            <p:ph type="title"/>
          </p:nvPr>
        </p:nvSpPr>
        <p:spPr>
          <a:xfrm>
            <a:off x="0" y="1588"/>
            <a:ext cx="8286750" cy="433387"/>
          </a:xfrm>
        </p:spPr>
        <p:txBody>
          <a:bodyPr lIns="0" tIns="36000" rIns="0" bIns="36000" anchor="ctr"/>
          <a:lstStyle/>
          <a:p>
            <a:r>
              <a:rPr lang="ja-JP" altLang="en-US"/>
              <a:t>物件概要／クリニック外観写真</a:t>
            </a:r>
          </a:p>
        </p:txBody>
      </p:sp>
      <p:sp>
        <p:nvSpPr>
          <p:cNvPr id="13316" name="テキスト ボックス 16">
            <a:extLst>
              <a:ext uri="{FF2B5EF4-FFF2-40B4-BE49-F238E27FC236}">
                <a16:creationId xmlns:a16="http://schemas.microsoft.com/office/drawing/2014/main" id="{16C49EC7-6FE9-4AE9-A0C8-09EC5ADC7DD1}"/>
              </a:ext>
            </a:extLst>
          </p:cNvPr>
          <p:cNvSpPr txBox="1">
            <a:spLocks noChangeArrowheads="1"/>
          </p:cNvSpPr>
          <p:nvPr/>
        </p:nvSpPr>
        <p:spPr bwMode="auto">
          <a:xfrm>
            <a:off x="230188" y="668338"/>
            <a:ext cx="893762"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en-US" altLang="ja-JP" sz="1600" b="1"/>
              <a:t>【</a:t>
            </a:r>
            <a:r>
              <a:rPr lang="ja-JP" altLang="en-US" sz="1600" b="1"/>
              <a:t>地図</a:t>
            </a:r>
            <a:r>
              <a:rPr lang="en-US" altLang="ja-JP" sz="1600" b="1"/>
              <a:t>】</a:t>
            </a:r>
          </a:p>
        </p:txBody>
      </p:sp>
      <p:sp>
        <p:nvSpPr>
          <p:cNvPr id="13317" name="テキスト ボックス 16">
            <a:extLst>
              <a:ext uri="{FF2B5EF4-FFF2-40B4-BE49-F238E27FC236}">
                <a16:creationId xmlns:a16="http://schemas.microsoft.com/office/drawing/2014/main" id="{63B91DDF-FCBF-46BB-8683-F23908C880A2}"/>
              </a:ext>
            </a:extLst>
          </p:cNvPr>
          <p:cNvSpPr txBox="1">
            <a:spLocks noChangeArrowheads="1"/>
          </p:cNvSpPr>
          <p:nvPr/>
        </p:nvSpPr>
        <p:spPr bwMode="auto">
          <a:xfrm>
            <a:off x="6097588" y="668338"/>
            <a:ext cx="23304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en-US" altLang="ja-JP" sz="1600" b="1"/>
              <a:t>【</a:t>
            </a:r>
            <a:r>
              <a:rPr lang="ja-JP" altLang="en-US" sz="1600" b="1"/>
              <a:t>クリニック外観写真</a:t>
            </a:r>
            <a:r>
              <a:rPr lang="en-US" altLang="ja-JP" sz="1600" b="1"/>
              <a:t>】</a:t>
            </a:r>
          </a:p>
        </p:txBody>
      </p:sp>
      <p:sp>
        <p:nvSpPr>
          <p:cNvPr id="13318" name="テキスト ボックス 16">
            <a:extLst>
              <a:ext uri="{FF2B5EF4-FFF2-40B4-BE49-F238E27FC236}">
                <a16:creationId xmlns:a16="http://schemas.microsoft.com/office/drawing/2014/main" id="{22B212F0-EA24-4297-8036-8C270E80FF88}"/>
              </a:ext>
            </a:extLst>
          </p:cNvPr>
          <p:cNvSpPr txBox="1">
            <a:spLocks noChangeArrowheads="1"/>
          </p:cNvSpPr>
          <p:nvPr/>
        </p:nvSpPr>
        <p:spPr bwMode="auto">
          <a:xfrm>
            <a:off x="5776913" y="4545013"/>
            <a:ext cx="29718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en-US" altLang="ja-JP" sz="1200"/>
              <a:t>※</a:t>
            </a:r>
            <a:r>
              <a:rPr lang="ja-JP" altLang="en-US" sz="1200"/>
              <a:t>出典：</a:t>
            </a:r>
            <a:r>
              <a:rPr lang="en-US" altLang="ja-JP" sz="1200"/>
              <a:t>Google</a:t>
            </a:r>
            <a:r>
              <a:rPr lang="ja-JP" altLang="en-US" sz="1200"/>
              <a:t>ストリートビューより転載</a:t>
            </a:r>
            <a:endParaRPr lang="en-US" altLang="ja-JP" sz="1200"/>
          </a:p>
        </p:txBody>
      </p:sp>
      <p:sp>
        <p:nvSpPr>
          <p:cNvPr id="14" name="正方形/長方形 13">
            <a:extLst>
              <a:ext uri="{FF2B5EF4-FFF2-40B4-BE49-F238E27FC236}">
                <a16:creationId xmlns:a16="http://schemas.microsoft.com/office/drawing/2014/main" id="{667E00B3-8EB9-40F9-9624-37AFDA201409}"/>
              </a:ext>
            </a:extLst>
          </p:cNvPr>
          <p:cNvSpPr/>
          <p:nvPr/>
        </p:nvSpPr>
        <p:spPr>
          <a:xfrm>
            <a:off x="2682875" y="1590675"/>
            <a:ext cx="1338263" cy="231775"/>
          </a:xfrm>
          <a:prstGeom prst="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rgbClr val="FF0000"/>
                </a:solidFill>
                <a:latin typeface="メイリオ" panose="020B0604030504040204" pitchFamily="50" charset="-128"/>
                <a:ea typeface="メイリオ" panose="020B0604030504040204" pitchFamily="50" charset="-128"/>
              </a:rPr>
              <a:t>●クリニック</a:t>
            </a:r>
          </a:p>
        </p:txBody>
      </p:sp>
      <p:sp>
        <p:nvSpPr>
          <p:cNvPr id="17" name="正方形/長方形 16">
            <a:extLst>
              <a:ext uri="{FF2B5EF4-FFF2-40B4-BE49-F238E27FC236}">
                <a16:creationId xmlns:a16="http://schemas.microsoft.com/office/drawing/2014/main" id="{7BA92832-AED0-4517-AA15-71E0268E358F}"/>
              </a:ext>
            </a:extLst>
          </p:cNvPr>
          <p:cNvSpPr/>
          <p:nvPr/>
        </p:nvSpPr>
        <p:spPr>
          <a:xfrm>
            <a:off x="1941513" y="5773738"/>
            <a:ext cx="1268412" cy="315912"/>
          </a:xfrm>
          <a:prstGeom prst="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rgbClr val="FF0000"/>
                </a:solidFill>
                <a:latin typeface="メイリオ" panose="020B0604030504040204" pitchFamily="50" charset="-128"/>
                <a:ea typeface="メイリオ" panose="020B0604030504040204" pitchFamily="50" charset="-128"/>
              </a:rPr>
              <a:t>●駅</a:t>
            </a:r>
          </a:p>
        </p:txBody>
      </p:sp>
      <p:sp>
        <p:nvSpPr>
          <p:cNvPr id="13321" name="テキスト ボックス 1">
            <a:extLst>
              <a:ext uri="{FF2B5EF4-FFF2-40B4-BE49-F238E27FC236}">
                <a16:creationId xmlns:a16="http://schemas.microsoft.com/office/drawing/2014/main" id="{B8082FD6-BF88-44EA-9EE7-6E9C814D23EF}"/>
              </a:ext>
            </a:extLst>
          </p:cNvPr>
          <p:cNvSpPr txBox="1">
            <a:spLocks noChangeArrowheads="1"/>
          </p:cNvSpPr>
          <p:nvPr/>
        </p:nvSpPr>
        <p:spPr bwMode="auto">
          <a:xfrm>
            <a:off x="1941513" y="6365875"/>
            <a:ext cx="3533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r>
              <a:rPr lang="en-US" altLang="ja-JP" sz="1600"/>
              <a:t>【</a:t>
            </a:r>
            <a:r>
              <a:rPr lang="ja-JP" altLang="en-US" sz="1600"/>
              <a:t>アクセス</a:t>
            </a:r>
            <a:r>
              <a:rPr lang="en-US" altLang="ja-JP" sz="1600"/>
              <a:t>】</a:t>
            </a:r>
            <a:r>
              <a:rPr lang="ja-JP" altLang="en-US" sz="1600"/>
              <a:t>●線　●駅より●分</a:t>
            </a:r>
            <a:endParaRPr lang="ja-JP" altLang="en-US" sz="1600">
              <a:latin typeface="Arial" panose="020B0604020202020204" pitchFamily="34" charset="0"/>
              <a:ea typeface="ヒラギノ角ゴ Pro W3" charset="-128"/>
            </a:endParaRPr>
          </a:p>
        </p:txBody>
      </p:sp>
      <p:sp>
        <p:nvSpPr>
          <p:cNvPr id="11" name="テキスト ボックス 5">
            <a:extLst>
              <a:ext uri="{FF2B5EF4-FFF2-40B4-BE49-F238E27FC236}">
                <a16:creationId xmlns:a16="http://schemas.microsoft.com/office/drawing/2014/main" id="{A6C68551-C666-477C-A00C-9ED7A30B58BF}"/>
              </a:ext>
            </a:extLst>
          </p:cNvPr>
          <p:cNvSpPr txBox="1">
            <a:spLocks noChangeArrowheads="1"/>
          </p:cNvSpPr>
          <p:nvPr/>
        </p:nvSpPr>
        <p:spPr bwMode="auto">
          <a:xfrm>
            <a:off x="6097588" y="1490663"/>
            <a:ext cx="2330450" cy="2011362"/>
          </a:xfrm>
          <a:prstGeom prst="rect">
            <a:avLst/>
          </a:prstGeom>
          <a:ln/>
        </p:spPr>
        <p:style>
          <a:lnRef idx="2">
            <a:schemeClr val="dk1"/>
          </a:lnRef>
          <a:fillRef idx="1">
            <a:schemeClr val="lt1"/>
          </a:fillRef>
          <a:effectRef idx="0">
            <a:schemeClr val="dk1"/>
          </a:effectRef>
          <a:fontRef idx="minor">
            <a:schemeClr val="dk1"/>
          </a:fontRef>
        </p:style>
        <p:txBody>
          <a:bodyPr lIns="36000" tIns="36000" rIns="36000" bIns="36000" anchor="ctr">
            <a:spAutoFit/>
          </a:bodyPr>
          <a:lstStyle>
            <a:lvl1pPr>
              <a:spcBef>
                <a:spcPct val="20000"/>
              </a:spcBef>
              <a:buChar char="•"/>
              <a:defRPr kumimoji="1" sz="3200">
                <a:solidFill>
                  <a:srgbClr val="33464D"/>
                </a:solidFill>
                <a:latin typeface="Arial" panose="020B0604020202020204" pitchFamily="34" charset="0"/>
                <a:ea typeface="Osaka" charset="-128"/>
              </a:defRPr>
            </a:lvl1pPr>
            <a:lvl2pPr marL="742950" indent="-285750">
              <a:spcBef>
                <a:spcPct val="20000"/>
              </a:spcBef>
              <a:buChar char="–"/>
              <a:defRPr kumimoji="1" sz="2800">
                <a:solidFill>
                  <a:srgbClr val="33464D"/>
                </a:solidFill>
                <a:latin typeface="Arial" panose="020B0604020202020204" pitchFamily="34" charset="0"/>
                <a:ea typeface="Osaka" charset="-128"/>
              </a:defRPr>
            </a:lvl2pPr>
            <a:lvl3pPr marL="1143000" indent="-228600">
              <a:spcBef>
                <a:spcPct val="20000"/>
              </a:spcBef>
              <a:buChar char="•"/>
              <a:defRPr kumimoji="1" sz="2400">
                <a:solidFill>
                  <a:srgbClr val="33464D"/>
                </a:solidFill>
                <a:latin typeface="Arial" panose="020B0604020202020204" pitchFamily="34" charset="0"/>
                <a:ea typeface="Osaka" charset="-128"/>
              </a:defRPr>
            </a:lvl3pPr>
            <a:lvl4pPr marL="1600200" indent="-228600">
              <a:spcBef>
                <a:spcPct val="20000"/>
              </a:spcBef>
              <a:buChar char="–"/>
              <a:defRPr kumimoji="1" sz="2000">
                <a:solidFill>
                  <a:srgbClr val="33464D"/>
                </a:solidFill>
                <a:latin typeface="Arial" panose="020B0604020202020204" pitchFamily="34" charset="0"/>
                <a:ea typeface="Osaka" charset="-128"/>
              </a:defRPr>
            </a:lvl4pPr>
            <a:lvl5pPr marL="2057400" indent="-228600">
              <a:spcBef>
                <a:spcPct val="20000"/>
              </a:spcBef>
              <a:buChar char="»"/>
              <a:defRPr kumimoji="1" sz="2000">
                <a:solidFill>
                  <a:srgbClr val="33464D"/>
                </a:solidFill>
                <a:latin typeface="Arial" panose="020B0604020202020204" pitchFamily="34" charset="0"/>
                <a:ea typeface="Osaka" charset="-128"/>
              </a:defRPr>
            </a:lvl5pPr>
            <a:lvl6pPr marL="25146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6pPr>
            <a:lvl7pPr marL="29718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7pPr>
            <a:lvl8pPr marL="34290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8pPr>
            <a:lvl9pPr marL="38862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9pPr>
          </a:lstStyle>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r>
              <a:rPr lang="en-US" altLang="ja-JP" sz="1400" dirty="0">
                <a:solidFill>
                  <a:schemeClr val="tx1"/>
                </a:solidFill>
                <a:latin typeface="メイリオ" panose="020B0604030504040204" pitchFamily="50" charset="-128"/>
                <a:ea typeface="メイリオ" panose="020B0604030504040204" pitchFamily="50" charset="-128"/>
              </a:rPr>
              <a:t>※</a:t>
            </a:r>
            <a:r>
              <a:rPr lang="ja-JP" altLang="en-US" sz="1400" dirty="0">
                <a:solidFill>
                  <a:schemeClr val="tx1"/>
                </a:solidFill>
                <a:latin typeface="メイリオ" panose="020B0604030504040204" pitchFamily="50" charset="-128"/>
                <a:ea typeface="メイリオ" panose="020B0604030504040204" pitchFamily="50" charset="-128"/>
              </a:rPr>
              <a:t>お写真</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3323" name="スライド番号プレースホルダー 4">
            <a:extLst>
              <a:ext uri="{FF2B5EF4-FFF2-40B4-BE49-F238E27FC236}">
                <a16:creationId xmlns:a16="http://schemas.microsoft.com/office/drawing/2014/main" id="{50B6D079-F7D4-42D9-9F25-F82A943B3B9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41A0FB3E-9828-4CE9-8BEB-FFA037190D64}" type="slidenum">
              <a:rPr kumimoji="0" lang="en-US" altLang="ja-JP" sz="1600" smtClean="0"/>
              <a:pPr>
                <a:spcBef>
                  <a:spcPct val="0"/>
                </a:spcBef>
                <a:buFontTx/>
                <a:buNone/>
              </a:pPr>
              <a:t>10</a:t>
            </a:fld>
            <a:endParaRPr kumimoji="0" lang="en-US" altLang="ja-JP"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タイトル 1">
            <a:extLst>
              <a:ext uri="{FF2B5EF4-FFF2-40B4-BE49-F238E27FC236}">
                <a16:creationId xmlns:a16="http://schemas.microsoft.com/office/drawing/2014/main" id="{53003AA0-CD87-4176-BE42-09977BD20DCE}"/>
              </a:ext>
            </a:extLst>
          </p:cNvPr>
          <p:cNvSpPr>
            <a:spLocks noGrp="1" noChangeArrowheads="1"/>
          </p:cNvSpPr>
          <p:nvPr>
            <p:ph type="title"/>
          </p:nvPr>
        </p:nvSpPr>
        <p:spPr>
          <a:xfrm>
            <a:off x="141288" y="0"/>
            <a:ext cx="8286750" cy="433388"/>
          </a:xfrm>
        </p:spPr>
        <p:txBody>
          <a:bodyPr lIns="0" tIns="36000" rIns="0" bIns="36000" anchor="ctr"/>
          <a:lstStyle/>
          <a:p>
            <a:r>
              <a:rPr lang="ja-JP" altLang="en-US"/>
              <a:t>物件概要／クリニック写真１</a:t>
            </a:r>
          </a:p>
        </p:txBody>
      </p:sp>
      <p:sp>
        <p:nvSpPr>
          <p:cNvPr id="17" name="テキスト ボックス 18">
            <a:extLst>
              <a:ext uri="{FF2B5EF4-FFF2-40B4-BE49-F238E27FC236}">
                <a16:creationId xmlns:a16="http://schemas.microsoft.com/office/drawing/2014/main" id="{EC0ECF81-F4C5-4218-8F9A-C0A6998E8BD3}"/>
              </a:ext>
            </a:extLst>
          </p:cNvPr>
          <p:cNvSpPr txBox="1"/>
          <p:nvPr/>
        </p:nvSpPr>
        <p:spPr>
          <a:xfrm>
            <a:off x="311150" y="671513"/>
            <a:ext cx="1990725" cy="29527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診療所外観１</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5364" name="テキスト ボックス 1">
            <a:extLst>
              <a:ext uri="{FF2B5EF4-FFF2-40B4-BE49-F238E27FC236}">
                <a16:creationId xmlns:a16="http://schemas.microsoft.com/office/drawing/2014/main" id="{78352F72-34D8-4A04-BEB0-EBBEEFB32AF9}"/>
              </a:ext>
            </a:extLst>
          </p:cNvPr>
          <p:cNvSpPr txBox="1">
            <a:spLocks noChangeArrowheads="1"/>
          </p:cNvSpPr>
          <p:nvPr/>
        </p:nvSpPr>
        <p:spPr bwMode="auto">
          <a:xfrm>
            <a:off x="5715000" y="6480175"/>
            <a:ext cx="2876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r>
              <a:rPr lang="ja-JP" altLang="en-US" sz="1600"/>
              <a:t>出典：ホームページより転載</a:t>
            </a:r>
            <a:endParaRPr lang="ja-JP" altLang="en-US" sz="1600">
              <a:latin typeface="Arial" panose="020B0604020202020204" pitchFamily="34" charset="0"/>
              <a:ea typeface="ヒラギノ角ゴ Pro W3" charset="-128"/>
            </a:endParaRPr>
          </a:p>
          <a:p>
            <a:pPr>
              <a:spcBef>
                <a:spcPct val="0"/>
              </a:spcBef>
              <a:buFontTx/>
              <a:buNone/>
            </a:pPr>
            <a:endParaRPr lang="ja-JP" altLang="en-US" sz="1600">
              <a:latin typeface="Arial" panose="020B0604020202020204" pitchFamily="34" charset="0"/>
              <a:ea typeface="ヒラギノ角ゴ Pro W3" charset="-128"/>
            </a:endParaRPr>
          </a:p>
        </p:txBody>
      </p:sp>
      <p:sp>
        <p:nvSpPr>
          <p:cNvPr id="11" name="テキスト ボックス 18">
            <a:extLst>
              <a:ext uri="{FF2B5EF4-FFF2-40B4-BE49-F238E27FC236}">
                <a16:creationId xmlns:a16="http://schemas.microsoft.com/office/drawing/2014/main" id="{68146BFA-BD81-4846-9360-3CA5BA817C99}"/>
              </a:ext>
            </a:extLst>
          </p:cNvPr>
          <p:cNvSpPr txBox="1"/>
          <p:nvPr/>
        </p:nvSpPr>
        <p:spPr>
          <a:xfrm>
            <a:off x="3576638" y="671513"/>
            <a:ext cx="1990725" cy="29527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診療所外観２</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2" name="テキスト ボックス 18">
            <a:extLst>
              <a:ext uri="{FF2B5EF4-FFF2-40B4-BE49-F238E27FC236}">
                <a16:creationId xmlns:a16="http://schemas.microsoft.com/office/drawing/2014/main" id="{89C7C2FC-A30B-4B33-A23F-1679B1430437}"/>
              </a:ext>
            </a:extLst>
          </p:cNvPr>
          <p:cNvSpPr txBox="1"/>
          <p:nvPr/>
        </p:nvSpPr>
        <p:spPr>
          <a:xfrm>
            <a:off x="7153275" y="671513"/>
            <a:ext cx="1076325" cy="29527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受付</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3" name="テキスト ボックス 18">
            <a:extLst>
              <a:ext uri="{FF2B5EF4-FFF2-40B4-BE49-F238E27FC236}">
                <a16:creationId xmlns:a16="http://schemas.microsoft.com/office/drawing/2014/main" id="{EC6D4C92-FA4E-42DD-B358-1AE784129E48}"/>
              </a:ext>
            </a:extLst>
          </p:cNvPr>
          <p:cNvSpPr txBox="1"/>
          <p:nvPr/>
        </p:nvSpPr>
        <p:spPr>
          <a:xfrm>
            <a:off x="319088" y="3667125"/>
            <a:ext cx="1209675" cy="30638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待合室</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4" name="テキスト ボックス 18">
            <a:extLst>
              <a:ext uri="{FF2B5EF4-FFF2-40B4-BE49-F238E27FC236}">
                <a16:creationId xmlns:a16="http://schemas.microsoft.com/office/drawing/2014/main" id="{A49DF628-4924-425E-A7A2-F5D78529DB8F}"/>
              </a:ext>
            </a:extLst>
          </p:cNvPr>
          <p:cNvSpPr txBox="1"/>
          <p:nvPr/>
        </p:nvSpPr>
        <p:spPr>
          <a:xfrm>
            <a:off x="3967163" y="3667125"/>
            <a:ext cx="1209675" cy="30638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診察室</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5" name="テキスト ボックス 18">
            <a:extLst>
              <a:ext uri="{FF2B5EF4-FFF2-40B4-BE49-F238E27FC236}">
                <a16:creationId xmlns:a16="http://schemas.microsoft.com/office/drawing/2014/main" id="{D99C1423-279F-4162-9CBF-E11445ECFD7B}"/>
              </a:ext>
            </a:extLst>
          </p:cNvPr>
          <p:cNvSpPr txBox="1"/>
          <p:nvPr/>
        </p:nvSpPr>
        <p:spPr>
          <a:xfrm>
            <a:off x="7008813" y="3667125"/>
            <a:ext cx="1211262" cy="30638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処置室</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6" name="テキスト ボックス 5">
            <a:extLst>
              <a:ext uri="{FF2B5EF4-FFF2-40B4-BE49-F238E27FC236}">
                <a16:creationId xmlns:a16="http://schemas.microsoft.com/office/drawing/2014/main" id="{0CF624BA-5046-4379-9F6B-23EBAE37A437}"/>
              </a:ext>
            </a:extLst>
          </p:cNvPr>
          <p:cNvSpPr txBox="1">
            <a:spLocks noChangeArrowheads="1"/>
          </p:cNvSpPr>
          <p:nvPr/>
        </p:nvSpPr>
        <p:spPr bwMode="auto">
          <a:xfrm>
            <a:off x="311150" y="1204913"/>
            <a:ext cx="8459788" cy="2011362"/>
          </a:xfrm>
          <a:prstGeom prst="rect">
            <a:avLst/>
          </a:prstGeom>
          <a:ln/>
        </p:spPr>
        <p:style>
          <a:lnRef idx="2">
            <a:schemeClr val="dk1"/>
          </a:lnRef>
          <a:fillRef idx="1">
            <a:schemeClr val="lt1"/>
          </a:fillRef>
          <a:effectRef idx="0">
            <a:schemeClr val="dk1"/>
          </a:effectRef>
          <a:fontRef idx="minor">
            <a:schemeClr val="dk1"/>
          </a:fontRef>
        </p:style>
        <p:txBody>
          <a:bodyPr lIns="36000" tIns="36000" rIns="36000" bIns="36000" anchor="ctr">
            <a:spAutoFit/>
          </a:bodyPr>
          <a:lstStyle>
            <a:lvl1pPr>
              <a:spcBef>
                <a:spcPct val="20000"/>
              </a:spcBef>
              <a:buChar char="•"/>
              <a:defRPr kumimoji="1" sz="3200">
                <a:solidFill>
                  <a:srgbClr val="33464D"/>
                </a:solidFill>
                <a:latin typeface="Arial" panose="020B0604020202020204" pitchFamily="34" charset="0"/>
                <a:ea typeface="Osaka" charset="-128"/>
              </a:defRPr>
            </a:lvl1pPr>
            <a:lvl2pPr marL="742950" indent="-285750">
              <a:spcBef>
                <a:spcPct val="20000"/>
              </a:spcBef>
              <a:buChar char="–"/>
              <a:defRPr kumimoji="1" sz="2800">
                <a:solidFill>
                  <a:srgbClr val="33464D"/>
                </a:solidFill>
                <a:latin typeface="Arial" panose="020B0604020202020204" pitchFamily="34" charset="0"/>
                <a:ea typeface="Osaka" charset="-128"/>
              </a:defRPr>
            </a:lvl2pPr>
            <a:lvl3pPr marL="1143000" indent="-228600">
              <a:spcBef>
                <a:spcPct val="20000"/>
              </a:spcBef>
              <a:buChar char="•"/>
              <a:defRPr kumimoji="1" sz="2400">
                <a:solidFill>
                  <a:srgbClr val="33464D"/>
                </a:solidFill>
                <a:latin typeface="Arial" panose="020B0604020202020204" pitchFamily="34" charset="0"/>
                <a:ea typeface="Osaka" charset="-128"/>
              </a:defRPr>
            </a:lvl3pPr>
            <a:lvl4pPr marL="1600200" indent="-228600">
              <a:spcBef>
                <a:spcPct val="20000"/>
              </a:spcBef>
              <a:buChar char="–"/>
              <a:defRPr kumimoji="1" sz="2000">
                <a:solidFill>
                  <a:srgbClr val="33464D"/>
                </a:solidFill>
                <a:latin typeface="Arial" panose="020B0604020202020204" pitchFamily="34" charset="0"/>
                <a:ea typeface="Osaka" charset="-128"/>
              </a:defRPr>
            </a:lvl4pPr>
            <a:lvl5pPr marL="2057400" indent="-228600">
              <a:spcBef>
                <a:spcPct val="20000"/>
              </a:spcBef>
              <a:buChar char="»"/>
              <a:defRPr kumimoji="1" sz="2000">
                <a:solidFill>
                  <a:srgbClr val="33464D"/>
                </a:solidFill>
                <a:latin typeface="Arial" panose="020B0604020202020204" pitchFamily="34" charset="0"/>
                <a:ea typeface="Osaka" charset="-128"/>
              </a:defRPr>
            </a:lvl5pPr>
            <a:lvl6pPr marL="25146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6pPr>
            <a:lvl7pPr marL="29718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7pPr>
            <a:lvl8pPr marL="34290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8pPr>
            <a:lvl9pPr marL="38862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9pPr>
          </a:lstStyle>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r>
              <a:rPr lang="en-US" altLang="ja-JP" sz="1400" dirty="0">
                <a:solidFill>
                  <a:schemeClr val="tx1"/>
                </a:solidFill>
                <a:latin typeface="メイリオ" panose="020B0604030504040204" pitchFamily="50" charset="-128"/>
                <a:ea typeface="メイリオ" panose="020B0604030504040204" pitchFamily="50" charset="-128"/>
              </a:rPr>
              <a:t>※</a:t>
            </a:r>
            <a:r>
              <a:rPr lang="ja-JP" altLang="en-US" sz="1400" dirty="0">
                <a:solidFill>
                  <a:schemeClr val="tx1"/>
                </a:solidFill>
                <a:latin typeface="メイリオ" panose="020B0604030504040204" pitchFamily="50" charset="-128"/>
                <a:ea typeface="メイリオ" panose="020B0604030504040204" pitchFamily="50" charset="-128"/>
              </a:rPr>
              <a:t>お写真</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5">
            <a:extLst>
              <a:ext uri="{FF2B5EF4-FFF2-40B4-BE49-F238E27FC236}">
                <a16:creationId xmlns:a16="http://schemas.microsoft.com/office/drawing/2014/main" id="{169D75CF-AAE3-4CB5-A82D-74C26E7B3972}"/>
              </a:ext>
            </a:extLst>
          </p:cNvPr>
          <p:cNvSpPr txBox="1">
            <a:spLocks noChangeArrowheads="1"/>
          </p:cNvSpPr>
          <p:nvPr/>
        </p:nvSpPr>
        <p:spPr bwMode="auto">
          <a:xfrm>
            <a:off x="365125" y="4175125"/>
            <a:ext cx="8459788" cy="2011363"/>
          </a:xfrm>
          <a:prstGeom prst="rect">
            <a:avLst/>
          </a:prstGeom>
          <a:ln/>
        </p:spPr>
        <p:style>
          <a:lnRef idx="2">
            <a:schemeClr val="dk1"/>
          </a:lnRef>
          <a:fillRef idx="1">
            <a:schemeClr val="lt1"/>
          </a:fillRef>
          <a:effectRef idx="0">
            <a:schemeClr val="dk1"/>
          </a:effectRef>
          <a:fontRef idx="minor">
            <a:schemeClr val="dk1"/>
          </a:fontRef>
        </p:style>
        <p:txBody>
          <a:bodyPr lIns="36000" tIns="36000" rIns="36000" bIns="36000" anchor="ctr">
            <a:spAutoFit/>
          </a:bodyPr>
          <a:lstStyle>
            <a:lvl1pPr>
              <a:spcBef>
                <a:spcPct val="20000"/>
              </a:spcBef>
              <a:buChar char="•"/>
              <a:defRPr kumimoji="1" sz="3200">
                <a:solidFill>
                  <a:srgbClr val="33464D"/>
                </a:solidFill>
                <a:latin typeface="Arial" panose="020B0604020202020204" pitchFamily="34" charset="0"/>
                <a:ea typeface="Osaka" charset="-128"/>
              </a:defRPr>
            </a:lvl1pPr>
            <a:lvl2pPr marL="742950" indent="-285750">
              <a:spcBef>
                <a:spcPct val="20000"/>
              </a:spcBef>
              <a:buChar char="–"/>
              <a:defRPr kumimoji="1" sz="2800">
                <a:solidFill>
                  <a:srgbClr val="33464D"/>
                </a:solidFill>
                <a:latin typeface="Arial" panose="020B0604020202020204" pitchFamily="34" charset="0"/>
                <a:ea typeface="Osaka" charset="-128"/>
              </a:defRPr>
            </a:lvl2pPr>
            <a:lvl3pPr marL="1143000" indent="-228600">
              <a:spcBef>
                <a:spcPct val="20000"/>
              </a:spcBef>
              <a:buChar char="•"/>
              <a:defRPr kumimoji="1" sz="2400">
                <a:solidFill>
                  <a:srgbClr val="33464D"/>
                </a:solidFill>
                <a:latin typeface="Arial" panose="020B0604020202020204" pitchFamily="34" charset="0"/>
                <a:ea typeface="Osaka" charset="-128"/>
              </a:defRPr>
            </a:lvl3pPr>
            <a:lvl4pPr marL="1600200" indent="-228600">
              <a:spcBef>
                <a:spcPct val="20000"/>
              </a:spcBef>
              <a:buChar char="–"/>
              <a:defRPr kumimoji="1" sz="2000">
                <a:solidFill>
                  <a:srgbClr val="33464D"/>
                </a:solidFill>
                <a:latin typeface="Arial" panose="020B0604020202020204" pitchFamily="34" charset="0"/>
                <a:ea typeface="Osaka" charset="-128"/>
              </a:defRPr>
            </a:lvl4pPr>
            <a:lvl5pPr marL="2057400" indent="-228600">
              <a:spcBef>
                <a:spcPct val="20000"/>
              </a:spcBef>
              <a:buChar char="»"/>
              <a:defRPr kumimoji="1" sz="2000">
                <a:solidFill>
                  <a:srgbClr val="33464D"/>
                </a:solidFill>
                <a:latin typeface="Arial" panose="020B0604020202020204" pitchFamily="34" charset="0"/>
                <a:ea typeface="Osaka" charset="-128"/>
              </a:defRPr>
            </a:lvl5pPr>
            <a:lvl6pPr marL="25146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6pPr>
            <a:lvl7pPr marL="29718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7pPr>
            <a:lvl8pPr marL="34290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8pPr>
            <a:lvl9pPr marL="38862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9pPr>
          </a:lstStyle>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r>
              <a:rPr lang="en-US" altLang="ja-JP" sz="1400" dirty="0">
                <a:solidFill>
                  <a:schemeClr val="tx1"/>
                </a:solidFill>
                <a:latin typeface="メイリオ" panose="020B0604030504040204" pitchFamily="50" charset="-128"/>
                <a:ea typeface="メイリオ" panose="020B0604030504040204" pitchFamily="50" charset="-128"/>
              </a:rPr>
              <a:t>※</a:t>
            </a:r>
            <a:r>
              <a:rPr lang="ja-JP" altLang="en-US" sz="1400" dirty="0">
                <a:solidFill>
                  <a:schemeClr val="tx1"/>
                </a:solidFill>
                <a:latin typeface="メイリオ" panose="020B0604030504040204" pitchFamily="50" charset="-128"/>
                <a:ea typeface="メイリオ" panose="020B0604030504040204" pitchFamily="50" charset="-128"/>
              </a:rPr>
              <a:t>お写真</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372" name="スライド番号プレースホルダー 4">
            <a:extLst>
              <a:ext uri="{FF2B5EF4-FFF2-40B4-BE49-F238E27FC236}">
                <a16:creationId xmlns:a16="http://schemas.microsoft.com/office/drawing/2014/main" id="{48DF62DC-1672-4403-8EE4-E7F2FDC5415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B680B9AC-5FF7-4B16-8970-975D9A3ADAA4}" type="slidenum">
              <a:rPr kumimoji="0" lang="en-US" altLang="ja-JP" sz="1600" smtClean="0"/>
              <a:pPr>
                <a:spcBef>
                  <a:spcPct val="0"/>
                </a:spcBef>
                <a:buFontTx/>
                <a:buNone/>
              </a:pPr>
              <a:t>11</a:t>
            </a:fld>
            <a:endParaRPr kumimoji="0" lang="en-US" altLang="ja-JP"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タイトル 1">
            <a:extLst>
              <a:ext uri="{FF2B5EF4-FFF2-40B4-BE49-F238E27FC236}">
                <a16:creationId xmlns:a16="http://schemas.microsoft.com/office/drawing/2014/main" id="{F94302DA-E74D-4B27-A8E0-B022F53467C1}"/>
              </a:ext>
            </a:extLst>
          </p:cNvPr>
          <p:cNvSpPr>
            <a:spLocks noGrp="1" noChangeArrowheads="1"/>
          </p:cNvSpPr>
          <p:nvPr>
            <p:ph type="title"/>
          </p:nvPr>
        </p:nvSpPr>
        <p:spPr>
          <a:xfrm>
            <a:off x="115888" y="42863"/>
            <a:ext cx="4371975" cy="433387"/>
          </a:xfrm>
        </p:spPr>
        <p:txBody>
          <a:bodyPr lIns="0" tIns="36000" rIns="0" bIns="36000" anchor="ctr"/>
          <a:lstStyle/>
          <a:p>
            <a:r>
              <a:rPr lang="ja-JP" altLang="en-US"/>
              <a:t>物件概要／クリニック写真２</a:t>
            </a:r>
          </a:p>
        </p:txBody>
      </p:sp>
      <p:sp>
        <p:nvSpPr>
          <p:cNvPr id="7" name="テキスト ボックス 18">
            <a:extLst>
              <a:ext uri="{FF2B5EF4-FFF2-40B4-BE49-F238E27FC236}">
                <a16:creationId xmlns:a16="http://schemas.microsoft.com/office/drawing/2014/main" id="{1EC6ACD1-72F3-477C-AC5C-423DEA6DDF09}"/>
              </a:ext>
            </a:extLst>
          </p:cNvPr>
          <p:cNvSpPr txBox="1"/>
          <p:nvPr/>
        </p:nvSpPr>
        <p:spPr>
          <a:xfrm>
            <a:off x="311150" y="671513"/>
            <a:ext cx="1990725" cy="29527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レントゲン室</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8" name="テキスト ボックス 18">
            <a:extLst>
              <a:ext uri="{FF2B5EF4-FFF2-40B4-BE49-F238E27FC236}">
                <a16:creationId xmlns:a16="http://schemas.microsoft.com/office/drawing/2014/main" id="{143F25B3-BE8A-482E-B7CB-F805D1D23B5A}"/>
              </a:ext>
            </a:extLst>
          </p:cNvPr>
          <p:cNvSpPr txBox="1"/>
          <p:nvPr/>
        </p:nvSpPr>
        <p:spPr>
          <a:xfrm>
            <a:off x="311150" y="1155700"/>
            <a:ext cx="1990725" cy="29527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内視鏡室</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9" name="テキスト ボックス 18">
            <a:extLst>
              <a:ext uri="{FF2B5EF4-FFF2-40B4-BE49-F238E27FC236}">
                <a16:creationId xmlns:a16="http://schemas.microsoft.com/office/drawing/2014/main" id="{BFC20A8B-ABEE-472B-96B2-932678C1A0D4}"/>
              </a:ext>
            </a:extLst>
          </p:cNvPr>
          <p:cNvSpPr txBox="1"/>
          <p:nvPr/>
        </p:nvSpPr>
        <p:spPr>
          <a:xfrm>
            <a:off x="311150" y="1638300"/>
            <a:ext cx="1990725" cy="29527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オペ室</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0" name="テキスト ボックス 18">
            <a:extLst>
              <a:ext uri="{FF2B5EF4-FFF2-40B4-BE49-F238E27FC236}">
                <a16:creationId xmlns:a16="http://schemas.microsoft.com/office/drawing/2014/main" id="{D8EC4F4A-8CF7-4D42-ABD2-F30D3B0B792E}"/>
              </a:ext>
            </a:extLst>
          </p:cNvPr>
          <p:cNvSpPr txBox="1"/>
          <p:nvPr/>
        </p:nvSpPr>
        <p:spPr>
          <a:xfrm>
            <a:off x="311150" y="2317750"/>
            <a:ext cx="2681288" cy="28733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【X</a:t>
            </a:r>
            <a:r>
              <a:rPr lang="ja-JP" altLang="en-US" sz="1600" dirty="0">
                <a:latin typeface="メイリオ" panose="020B0604030504040204" pitchFamily="50" charset="-128"/>
                <a:ea typeface="メイリオ" panose="020B0604030504040204" pitchFamily="50" charset="-128"/>
              </a:rPr>
              <a:t>線　メーカー：●●</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2" name="テキスト ボックス 18">
            <a:extLst>
              <a:ext uri="{FF2B5EF4-FFF2-40B4-BE49-F238E27FC236}">
                <a16:creationId xmlns:a16="http://schemas.microsoft.com/office/drawing/2014/main" id="{EA787C12-5207-4618-8BB9-9DA9D79DC6D6}"/>
              </a:ext>
            </a:extLst>
          </p:cNvPr>
          <p:cNvSpPr txBox="1"/>
          <p:nvPr/>
        </p:nvSpPr>
        <p:spPr>
          <a:xfrm>
            <a:off x="311150" y="2800350"/>
            <a:ext cx="3130550" cy="28892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エコー　メーカー：●●</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3" name="テキスト ボックス 18">
            <a:extLst>
              <a:ext uri="{FF2B5EF4-FFF2-40B4-BE49-F238E27FC236}">
                <a16:creationId xmlns:a16="http://schemas.microsoft.com/office/drawing/2014/main" id="{D2952EBD-FE12-4F0C-AF78-95DB328B10E4}"/>
              </a:ext>
            </a:extLst>
          </p:cNvPr>
          <p:cNvSpPr txBox="1"/>
          <p:nvPr/>
        </p:nvSpPr>
        <p:spPr>
          <a:xfrm>
            <a:off x="311150" y="3471863"/>
            <a:ext cx="3130550" cy="28733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en-US" altLang="ja-JP" sz="1600" dirty="0">
                <a:latin typeface="メイリオ" panose="020B0604030504040204" pitchFamily="50" charset="-128"/>
                <a:ea typeface="メイリオ" panose="020B0604030504040204" pitchFamily="50" charset="-128"/>
              </a:rPr>
              <a:t>【MRI</a:t>
            </a:r>
            <a:r>
              <a:rPr lang="ja-JP" altLang="en-US" sz="1600" dirty="0">
                <a:latin typeface="メイリオ" panose="020B0604030504040204" pitchFamily="50" charset="-128"/>
                <a:ea typeface="メイリオ" panose="020B0604030504040204" pitchFamily="50" charset="-128"/>
              </a:rPr>
              <a:t>　メーカー：●●</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7417" name="テキスト ボックス 1">
            <a:extLst>
              <a:ext uri="{FF2B5EF4-FFF2-40B4-BE49-F238E27FC236}">
                <a16:creationId xmlns:a16="http://schemas.microsoft.com/office/drawing/2014/main" id="{92AB2D08-8C25-408B-9A5F-0EE4300E8FE4}"/>
              </a:ext>
            </a:extLst>
          </p:cNvPr>
          <p:cNvSpPr txBox="1">
            <a:spLocks noChangeArrowheads="1"/>
          </p:cNvSpPr>
          <p:nvPr/>
        </p:nvSpPr>
        <p:spPr bwMode="auto">
          <a:xfrm>
            <a:off x="5715000" y="6480175"/>
            <a:ext cx="2876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r>
              <a:rPr lang="ja-JP" altLang="en-US" sz="1600"/>
              <a:t>出典：ホームページより転載</a:t>
            </a:r>
            <a:endParaRPr lang="ja-JP" altLang="en-US" sz="1600">
              <a:latin typeface="Arial" panose="020B0604020202020204" pitchFamily="34" charset="0"/>
              <a:ea typeface="ヒラギノ角ゴ Pro W3" charset="-128"/>
            </a:endParaRPr>
          </a:p>
          <a:p>
            <a:pPr>
              <a:spcBef>
                <a:spcPct val="0"/>
              </a:spcBef>
              <a:buFontTx/>
              <a:buNone/>
            </a:pPr>
            <a:endParaRPr lang="ja-JP" altLang="en-US" sz="1600">
              <a:latin typeface="Arial" panose="020B0604020202020204" pitchFamily="34" charset="0"/>
              <a:ea typeface="ヒラギノ角ゴ Pro W3" charset="-128"/>
            </a:endParaRPr>
          </a:p>
        </p:txBody>
      </p:sp>
      <p:sp>
        <p:nvSpPr>
          <p:cNvPr id="11" name="テキスト ボックス 5">
            <a:extLst>
              <a:ext uri="{FF2B5EF4-FFF2-40B4-BE49-F238E27FC236}">
                <a16:creationId xmlns:a16="http://schemas.microsoft.com/office/drawing/2014/main" id="{D67B8C40-8EFB-48BB-B995-0EC6EC38103B}"/>
              </a:ext>
            </a:extLst>
          </p:cNvPr>
          <p:cNvSpPr txBox="1">
            <a:spLocks noChangeArrowheads="1"/>
          </p:cNvSpPr>
          <p:nvPr/>
        </p:nvSpPr>
        <p:spPr bwMode="auto">
          <a:xfrm>
            <a:off x="3836988" y="741363"/>
            <a:ext cx="4629150" cy="4811712"/>
          </a:xfrm>
          <a:prstGeom prst="rect">
            <a:avLst/>
          </a:prstGeom>
          <a:ln/>
        </p:spPr>
        <p:style>
          <a:lnRef idx="2">
            <a:schemeClr val="dk1"/>
          </a:lnRef>
          <a:fillRef idx="1">
            <a:schemeClr val="lt1"/>
          </a:fillRef>
          <a:effectRef idx="0">
            <a:schemeClr val="dk1"/>
          </a:effectRef>
          <a:fontRef idx="minor">
            <a:schemeClr val="dk1"/>
          </a:fontRef>
        </p:style>
        <p:txBody>
          <a:bodyPr lIns="36000" tIns="36000" rIns="36000" bIns="36000" anchor="ctr">
            <a:spAutoFit/>
          </a:bodyPr>
          <a:lstStyle>
            <a:lvl1pPr>
              <a:spcBef>
                <a:spcPct val="20000"/>
              </a:spcBef>
              <a:buChar char="•"/>
              <a:defRPr kumimoji="1" sz="3200">
                <a:solidFill>
                  <a:srgbClr val="33464D"/>
                </a:solidFill>
                <a:latin typeface="Arial" panose="020B0604020202020204" pitchFamily="34" charset="0"/>
                <a:ea typeface="Osaka" charset="-128"/>
              </a:defRPr>
            </a:lvl1pPr>
            <a:lvl2pPr marL="742950" indent="-285750">
              <a:spcBef>
                <a:spcPct val="20000"/>
              </a:spcBef>
              <a:buChar char="–"/>
              <a:defRPr kumimoji="1" sz="2800">
                <a:solidFill>
                  <a:srgbClr val="33464D"/>
                </a:solidFill>
                <a:latin typeface="Arial" panose="020B0604020202020204" pitchFamily="34" charset="0"/>
                <a:ea typeface="Osaka" charset="-128"/>
              </a:defRPr>
            </a:lvl2pPr>
            <a:lvl3pPr marL="1143000" indent="-228600">
              <a:spcBef>
                <a:spcPct val="20000"/>
              </a:spcBef>
              <a:buChar char="•"/>
              <a:defRPr kumimoji="1" sz="2400">
                <a:solidFill>
                  <a:srgbClr val="33464D"/>
                </a:solidFill>
                <a:latin typeface="Arial" panose="020B0604020202020204" pitchFamily="34" charset="0"/>
                <a:ea typeface="Osaka" charset="-128"/>
              </a:defRPr>
            </a:lvl3pPr>
            <a:lvl4pPr marL="1600200" indent="-228600">
              <a:spcBef>
                <a:spcPct val="20000"/>
              </a:spcBef>
              <a:buChar char="–"/>
              <a:defRPr kumimoji="1" sz="2000">
                <a:solidFill>
                  <a:srgbClr val="33464D"/>
                </a:solidFill>
                <a:latin typeface="Arial" panose="020B0604020202020204" pitchFamily="34" charset="0"/>
                <a:ea typeface="Osaka" charset="-128"/>
              </a:defRPr>
            </a:lvl4pPr>
            <a:lvl5pPr marL="2057400" indent="-228600">
              <a:spcBef>
                <a:spcPct val="20000"/>
              </a:spcBef>
              <a:buChar char="»"/>
              <a:defRPr kumimoji="1" sz="2000">
                <a:solidFill>
                  <a:srgbClr val="33464D"/>
                </a:solidFill>
                <a:latin typeface="Arial" panose="020B0604020202020204" pitchFamily="34" charset="0"/>
                <a:ea typeface="Osaka" charset="-128"/>
              </a:defRPr>
            </a:lvl5pPr>
            <a:lvl6pPr marL="25146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6pPr>
            <a:lvl7pPr marL="29718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7pPr>
            <a:lvl8pPr marL="34290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8pPr>
            <a:lvl9pPr marL="3886200" indent="-228600" eaLnBrk="0" fontAlgn="base" hangingPunct="0">
              <a:spcBef>
                <a:spcPct val="20000"/>
              </a:spcBef>
              <a:spcAft>
                <a:spcPct val="0"/>
              </a:spcAft>
              <a:buChar char="»"/>
              <a:defRPr kumimoji="1" sz="2000">
                <a:solidFill>
                  <a:srgbClr val="33464D"/>
                </a:solidFill>
                <a:latin typeface="Arial" panose="020B0604020202020204" pitchFamily="34" charset="0"/>
                <a:ea typeface="Osaka" charset="-128"/>
              </a:defRPr>
            </a:lvl9pPr>
          </a:lstStyle>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r>
              <a:rPr lang="en-US" altLang="ja-JP" sz="1400" dirty="0">
                <a:solidFill>
                  <a:schemeClr val="tx1"/>
                </a:solidFill>
                <a:latin typeface="メイリオ" panose="020B0604030504040204" pitchFamily="50" charset="-128"/>
                <a:ea typeface="メイリオ" panose="020B0604030504040204" pitchFamily="50" charset="-128"/>
              </a:rPr>
              <a:t>※</a:t>
            </a:r>
            <a:r>
              <a:rPr lang="ja-JP" altLang="en-US" sz="1400" dirty="0">
                <a:solidFill>
                  <a:schemeClr val="tx1"/>
                </a:solidFill>
                <a:latin typeface="メイリオ" panose="020B0604030504040204" pitchFamily="50" charset="-128"/>
                <a:ea typeface="メイリオ" panose="020B0604030504040204" pitchFamily="50" charset="-128"/>
              </a:rPr>
              <a:t>お写真</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en-US" altLang="ja-JP" sz="1400" dirty="0">
              <a:solidFill>
                <a:schemeClr val="tx1"/>
              </a:solidFill>
              <a:latin typeface="メイリオ" panose="020B0604030504040204" pitchFamily="50" charset="-128"/>
              <a:ea typeface="メイリオ" panose="020B0604030504040204" pitchFamily="50" charset="-128"/>
            </a:endParaRPr>
          </a:p>
          <a:p>
            <a:pPr algn="ctr" eaLnBrk="1" hangingPunct="1">
              <a:spcBef>
                <a:spcPct val="0"/>
              </a:spcBef>
              <a:buFontTx/>
              <a:buNone/>
              <a:defRPr/>
            </a:pP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7419" name="スライド番号プレースホルダー 4">
            <a:extLst>
              <a:ext uri="{FF2B5EF4-FFF2-40B4-BE49-F238E27FC236}">
                <a16:creationId xmlns:a16="http://schemas.microsoft.com/office/drawing/2014/main" id="{9DFD2D52-CE2A-42A3-A1B5-EC3CB8A0C1B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9AE07D09-252A-4402-87A6-8E625518FFA2}" type="slidenum">
              <a:rPr kumimoji="0" lang="en-US" altLang="ja-JP" sz="1600" smtClean="0"/>
              <a:pPr>
                <a:spcBef>
                  <a:spcPct val="0"/>
                </a:spcBef>
                <a:buFontTx/>
                <a:buNone/>
              </a:pPr>
              <a:t>12</a:t>
            </a:fld>
            <a:endParaRPr kumimoji="0" lang="en-US" altLang="ja-JP"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図 2">
            <a:extLst>
              <a:ext uri="{FF2B5EF4-FFF2-40B4-BE49-F238E27FC236}">
                <a16:creationId xmlns:a16="http://schemas.microsoft.com/office/drawing/2014/main" id="{B9FAB3E8-86D6-40BA-B0AA-FB3608CC3257}"/>
              </a:ext>
            </a:extLst>
          </p:cNvPr>
          <p:cNvPicPr>
            <a:picLocks noChangeAspect="1"/>
          </p:cNvPicPr>
          <p:nvPr/>
        </p:nvPicPr>
        <p:blipFill>
          <a:blip r:embed="rId3">
            <a:extLst>
              <a:ext uri="{28A0092B-C50C-407E-A947-70E740481C1C}">
                <a14:useLocalDpi xmlns:a14="http://schemas.microsoft.com/office/drawing/2010/main" val="0"/>
              </a:ext>
            </a:extLst>
          </a:blip>
          <a:srcRect b="2522"/>
          <a:stretch>
            <a:fillRect/>
          </a:stretch>
        </p:blipFill>
        <p:spPr bwMode="auto">
          <a:xfrm>
            <a:off x="238125" y="520700"/>
            <a:ext cx="8572500" cy="550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タイトル 1">
            <a:extLst>
              <a:ext uri="{FF2B5EF4-FFF2-40B4-BE49-F238E27FC236}">
                <a16:creationId xmlns:a16="http://schemas.microsoft.com/office/drawing/2014/main" id="{ABCE463E-DFF7-4C84-8EE5-ACFA9BD3C70F}"/>
              </a:ext>
            </a:extLst>
          </p:cNvPr>
          <p:cNvSpPr>
            <a:spLocks noGrp="1" noChangeArrowheads="1"/>
          </p:cNvSpPr>
          <p:nvPr>
            <p:ph type="title"/>
          </p:nvPr>
        </p:nvSpPr>
        <p:spPr>
          <a:xfrm>
            <a:off x="0" y="1588"/>
            <a:ext cx="8286750" cy="433387"/>
          </a:xfrm>
        </p:spPr>
        <p:txBody>
          <a:bodyPr/>
          <a:lstStyle/>
          <a:p>
            <a:r>
              <a:rPr lang="ja-JP" altLang="en-US"/>
              <a:t>クリニック平面図　　</a:t>
            </a:r>
          </a:p>
        </p:txBody>
      </p:sp>
      <p:sp>
        <p:nvSpPr>
          <p:cNvPr id="7" name="正方形/長方形 6">
            <a:extLst>
              <a:ext uri="{FF2B5EF4-FFF2-40B4-BE49-F238E27FC236}">
                <a16:creationId xmlns:a16="http://schemas.microsoft.com/office/drawing/2014/main" id="{A61E7349-DA78-47AD-B741-D00B48C8232F}"/>
              </a:ext>
            </a:extLst>
          </p:cNvPr>
          <p:cNvSpPr/>
          <p:nvPr/>
        </p:nvSpPr>
        <p:spPr>
          <a:xfrm>
            <a:off x="3463925" y="2192338"/>
            <a:ext cx="808038" cy="276225"/>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ロッカー</a:t>
            </a:r>
          </a:p>
        </p:txBody>
      </p:sp>
      <p:sp>
        <p:nvSpPr>
          <p:cNvPr id="8" name="正方形/長方形 7">
            <a:extLst>
              <a:ext uri="{FF2B5EF4-FFF2-40B4-BE49-F238E27FC236}">
                <a16:creationId xmlns:a16="http://schemas.microsoft.com/office/drawing/2014/main" id="{5EBD0C6B-65D4-4407-9006-8062077DDC67}"/>
              </a:ext>
            </a:extLst>
          </p:cNvPr>
          <p:cNvSpPr/>
          <p:nvPr/>
        </p:nvSpPr>
        <p:spPr>
          <a:xfrm>
            <a:off x="3236913" y="3263900"/>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内待合</a:t>
            </a:r>
          </a:p>
        </p:txBody>
      </p:sp>
      <p:sp>
        <p:nvSpPr>
          <p:cNvPr id="9" name="正方形/長方形 8">
            <a:extLst>
              <a:ext uri="{FF2B5EF4-FFF2-40B4-BE49-F238E27FC236}">
                <a16:creationId xmlns:a16="http://schemas.microsoft.com/office/drawing/2014/main" id="{3DBC2C28-0866-45E6-9EA3-55A82126E19C}"/>
              </a:ext>
            </a:extLst>
          </p:cNvPr>
          <p:cNvSpPr/>
          <p:nvPr/>
        </p:nvSpPr>
        <p:spPr>
          <a:xfrm>
            <a:off x="2838450" y="1190625"/>
            <a:ext cx="733425" cy="46355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看護士室</a:t>
            </a:r>
          </a:p>
        </p:txBody>
      </p:sp>
      <p:sp>
        <p:nvSpPr>
          <p:cNvPr id="10" name="正方形/長方形 9">
            <a:extLst>
              <a:ext uri="{FF2B5EF4-FFF2-40B4-BE49-F238E27FC236}">
                <a16:creationId xmlns:a16="http://schemas.microsoft.com/office/drawing/2014/main" id="{1592770A-D010-47AE-9D82-3D4ECEE4450E}"/>
              </a:ext>
            </a:extLst>
          </p:cNvPr>
          <p:cNvSpPr/>
          <p:nvPr/>
        </p:nvSpPr>
        <p:spPr>
          <a:xfrm>
            <a:off x="1711325" y="1177925"/>
            <a:ext cx="733425" cy="534988"/>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レントゲン室</a:t>
            </a:r>
          </a:p>
        </p:txBody>
      </p:sp>
      <p:sp>
        <p:nvSpPr>
          <p:cNvPr id="11" name="正方形/長方形 10">
            <a:extLst>
              <a:ext uri="{FF2B5EF4-FFF2-40B4-BE49-F238E27FC236}">
                <a16:creationId xmlns:a16="http://schemas.microsoft.com/office/drawing/2014/main" id="{783AFFC9-A912-480B-B0A1-E1676A98FB5A}"/>
              </a:ext>
            </a:extLst>
          </p:cNvPr>
          <p:cNvSpPr/>
          <p:nvPr/>
        </p:nvSpPr>
        <p:spPr>
          <a:xfrm>
            <a:off x="1323975" y="4584700"/>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処置室１</a:t>
            </a:r>
          </a:p>
        </p:txBody>
      </p:sp>
      <p:sp>
        <p:nvSpPr>
          <p:cNvPr id="12" name="正方形/長方形 11">
            <a:extLst>
              <a:ext uri="{FF2B5EF4-FFF2-40B4-BE49-F238E27FC236}">
                <a16:creationId xmlns:a16="http://schemas.microsoft.com/office/drawing/2014/main" id="{D3549BB6-BA88-497C-8037-E4B1901D2FD3}"/>
              </a:ext>
            </a:extLst>
          </p:cNvPr>
          <p:cNvSpPr/>
          <p:nvPr/>
        </p:nvSpPr>
        <p:spPr>
          <a:xfrm>
            <a:off x="801688" y="1079500"/>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暗室</a:t>
            </a:r>
          </a:p>
        </p:txBody>
      </p:sp>
      <p:sp>
        <p:nvSpPr>
          <p:cNvPr id="13" name="正方形/長方形 12">
            <a:extLst>
              <a:ext uri="{FF2B5EF4-FFF2-40B4-BE49-F238E27FC236}">
                <a16:creationId xmlns:a16="http://schemas.microsoft.com/office/drawing/2014/main" id="{D4EF73B7-BB2D-4DE9-BE0F-C819614D0027}"/>
              </a:ext>
            </a:extLst>
          </p:cNvPr>
          <p:cNvSpPr/>
          <p:nvPr/>
        </p:nvSpPr>
        <p:spPr>
          <a:xfrm>
            <a:off x="801688" y="1935163"/>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操作室</a:t>
            </a:r>
          </a:p>
        </p:txBody>
      </p:sp>
      <p:sp>
        <p:nvSpPr>
          <p:cNvPr id="14" name="正方形/長方形 13">
            <a:extLst>
              <a:ext uri="{FF2B5EF4-FFF2-40B4-BE49-F238E27FC236}">
                <a16:creationId xmlns:a16="http://schemas.microsoft.com/office/drawing/2014/main" id="{5FB1335A-461C-4FAC-8359-F8EA48C4A8BD}"/>
              </a:ext>
            </a:extLst>
          </p:cNvPr>
          <p:cNvSpPr/>
          <p:nvPr/>
        </p:nvSpPr>
        <p:spPr>
          <a:xfrm>
            <a:off x="4827588" y="4511675"/>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薬局</a:t>
            </a:r>
          </a:p>
        </p:txBody>
      </p:sp>
      <p:sp>
        <p:nvSpPr>
          <p:cNvPr id="15" name="正方形/長方形 14">
            <a:extLst>
              <a:ext uri="{FF2B5EF4-FFF2-40B4-BE49-F238E27FC236}">
                <a16:creationId xmlns:a16="http://schemas.microsoft.com/office/drawing/2014/main" id="{1DC74613-3300-4A75-889A-4D55F1037853}"/>
              </a:ext>
            </a:extLst>
          </p:cNvPr>
          <p:cNvSpPr/>
          <p:nvPr/>
        </p:nvSpPr>
        <p:spPr>
          <a:xfrm>
            <a:off x="5800725" y="2689225"/>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待合室</a:t>
            </a:r>
          </a:p>
        </p:txBody>
      </p:sp>
      <p:sp>
        <p:nvSpPr>
          <p:cNvPr id="16" name="正方形/長方形 15">
            <a:extLst>
              <a:ext uri="{FF2B5EF4-FFF2-40B4-BE49-F238E27FC236}">
                <a16:creationId xmlns:a16="http://schemas.microsoft.com/office/drawing/2014/main" id="{CE0CCCF9-B8F5-42C4-8C5E-5B4C7890154C}"/>
              </a:ext>
            </a:extLst>
          </p:cNvPr>
          <p:cNvSpPr/>
          <p:nvPr/>
        </p:nvSpPr>
        <p:spPr>
          <a:xfrm>
            <a:off x="7324725" y="4356100"/>
            <a:ext cx="1143000" cy="366713"/>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理学療法室</a:t>
            </a:r>
          </a:p>
        </p:txBody>
      </p:sp>
      <p:sp>
        <p:nvSpPr>
          <p:cNvPr id="17" name="正方形/長方形 16">
            <a:extLst>
              <a:ext uri="{FF2B5EF4-FFF2-40B4-BE49-F238E27FC236}">
                <a16:creationId xmlns:a16="http://schemas.microsoft.com/office/drawing/2014/main" id="{58C27524-B95A-4C28-8DB4-8CAFBD1C017A}"/>
              </a:ext>
            </a:extLst>
          </p:cNvPr>
          <p:cNvSpPr/>
          <p:nvPr/>
        </p:nvSpPr>
        <p:spPr>
          <a:xfrm>
            <a:off x="4700588" y="3748088"/>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事務所</a:t>
            </a:r>
          </a:p>
        </p:txBody>
      </p:sp>
      <p:sp>
        <p:nvSpPr>
          <p:cNvPr id="18" name="正方形/長方形 17">
            <a:extLst>
              <a:ext uri="{FF2B5EF4-FFF2-40B4-BE49-F238E27FC236}">
                <a16:creationId xmlns:a16="http://schemas.microsoft.com/office/drawing/2014/main" id="{A2196E92-0153-4D67-9918-5F3944E04A38}"/>
              </a:ext>
            </a:extLst>
          </p:cNvPr>
          <p:cNvSpPr/>
          <p:nvPr/>
        </p:nvSpPr>
        <p:spPr>
          <a:xfrm>
            <a:off x="5903913" y="4584700"/>
            <a:ext cx="733425" cy="3429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玄関</a:t>
            </a:r>
          </a:p>
        </p:txBody>
      </p:sp>
      <p:sp>
        <p:nvSpPr>
          <p:cNvPr id="22" name="正方形/長方形 21">
            <a:extLst>
              <a:ext uri="{FF2B5EF4-FFF2-40B4-BE49-F238E27FC236}">
                <a16:creationId xmlns:a16="http://schemas.microsoft.com/office/drawing/2014/main" id="{0B780872-05B2-46AC-89A8-9684C2F12A91}"/>
              </a:ext>
            </a:extLst>
          </p:cNvPr>
          <p:cNvSpPr/>
          <p:nvPr/>
        </p:nvSpPr>
        <p:spPr>
          <a:xfrm>
            <a:off x="3917950" y="1079500"/>
            <a:ext cx="733425" cy="195263"/>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000" b="1" dirty="0">
                <a:solidFill>
                  <a:schemeClr val="bg1"/>
                </a:solidFill>
                <a:latin typeface="メイリオ" panose="020B0604030504040204" pitchFamily="50" charset="-128"/>
                <a:ea typeface="メイリオ" panose="020B0604030504040204" pitchFamily="50" charset="-128"/>
              </a:rPr>
              <a:t>スタッフルーム</a:t>
            </a:r>
          </a:p>
        </p:txBody>
      </p:sp>
      <p:sp>
        <p:nvSpPr>
          <p:cNvPr id="23" name="正方形/長方形 22">
            <a:extLst>
              <a:ext uri="{FF2B5EF4-FFF2-40B4-BE49-F238E27FC236}">
                <a16:creationId xmlns:a16="http://schemas.microsoft.com/office/drawing/2014/main" id="{BFD57F18-9A00-4969-B763-623EB418AF64}"/>
              </a:ext>
            </a:extLst>
          </p:cNvPr>
          <p:cNvSpPr/>
          <p:nvPr/>
        </p:nvSpPr>
        <p:spPr>
          <a:xfrm>
            <a:off x="2811463" y="4241800"/>
            <a:ext cx="652462" cy="6858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処置室２</a:t>
            </a:r>
          </a:p>
        </p:txBody>
      </p:sp>
      <p:sp>
        <p:nvSpPr>
          <p:cNvPr id="24" name="正方形/長方形 23">
            <a:extLst>
              <a:ext uri="{FF2B5EF4-FFF2-40B4-BE49-F238E27FC236}">
                <a16:creationId xmlns:a16="http://schemas.microsoft.com/office/drawing/2014/main" id="{A9804AB9-8021-4F7A-A122-1D92BE9A13B1}"/>
              </a:ext>
            </a:extLst>
          </p:cNvPr>
          <p:cNvSpPr/>
          <p:nvPr/>
        </p:nvSpPr>
        <p:spPr>
          <a:xfrm>
            <a:off x="3808413" y="4241800"/>
            <a:ext cx="676275" cy="685800"/>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ja-JP" altLang="en-US" sz="1200" b="1" dirty="0">
                <a:solidFill>
                  <a:schemeClr val="bg1"/>
                </a:solidFill>
                <a:latin typeface="メイリオ" panose="020B0604030504040204" pitchFamily="50" charset="-128"/>
                <a:ea typeface="メイリオ" panose="020B0604030504040204" pitchFamily="50" charset="-128"/>
              </a:rPr>
              <a:t>診察室</a:t>
            </a:r>
          </a:p>
        </p:txBody>
      </p:sp>
      <p:sp>
        <p:nvSpPr>
          <p:cNvPr id="25" name="正方形/長方形 24">
            <a:extLst>
              <a:ext uri="{FF2B5EF4-FFF2-40B4-BE49-F238E27FC236}">
                <a16:creationId xmlns:a16="http://schemas.microsoft.com/office/drawing/2014/main" id="{FB63CDF6-5E65-46FE-B2C7-4DDEDE9F4E86}"/>
              </a:ext>
            </a:extLst>
          </p:cNvPr>
          <p:cNvSpPr/>
          <p:nvPr/>
        </p:nvSpPr>
        <p:spPr>
          <a:xfrm>
            <a:off x="5119688" y="1135063"/>
            <a:ext cx="681037" cy="536575"/>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n-US" altLang="ja-JP" sz="1200" b="1" dirty="0">
                <a:solidFill>
                  <a:schemeClr val="bg1"/>
                </a:solidFill>
                <a:latin typeface="メイリオ" panose="020B0604030504040204" pitchFamily="50" charset="-128"/>
                <a:ea typeface="メイリオ" panose="020B0604030504040204" pitchFamily="50" charset="-128"/>
              </a:rPr>
              <a:t>WC</a:t>
            </a:r>
            <a:endParaRPr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484C807-5CDF-424E-9FF5-81C2C3E028ED}"/>
              </a:ext>
            </a:extLst>
          </p:cNvPr>
          <p:cNvSpPr/>
          <p:nvPr/>
        </p:nvSpPr>
        <p:spPr>
          <a:xfrm>
            <a:off x="6011863" y="1111250"/>
            <a:ext cx="471487" cy="473075"/>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n-US" altLang="ja-JP" sz="1200" b="1" dirty="0">
                <a:solidFill>
                  <a:schemeClr val="bg1"/>
                </a:solidFill>
                <a:latin typeface="メイリオ" panose="020B0604030504040204" pitchFamily="50" charset="-128"/>
                <a:ea typeface="メイリオ" panose="020B0604030504040204" pitchFamily="50" charset="-128"/>
              </a:rPr>
              <a:t>WC</a:t>
            </a:r>
            <a:endParaRPr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9477" name="右矢印 4">
            <a:extLst>
              <a:ext uri="{FF2B5EF4-FFF2-40B4-BE49-F238E27FC236}">
                <a16:creationId xmlns:a16="http://schemas.microsoft.com/office/drawing/2014/main" id="{52BB9A8D-596D-46A8-A521-20F640AA1615}"/>
              </a:ext>
            </a:extLst>
          </p:cNvPr>
          <p:cNvSpPr>
            <a:spLocks noChangeArrowheads="1"/>
          </p:cNvSpPr>
          <p:nvPr/>
        </p:nvSpPr>
        <p:spPr bwMode="auto">
          <a:xfrm>
            <a:off x="3614738" y="5562600"/>
            <a:ext cx="909637" cy="669925"/>
          </a:xfrm>
          <a:prstGeom prst="rightArrow">
            <a:avLst>
              <a:gd name="adj1" fmla="val 50000"/>
              <a:gd name="adj2" fmla="val 49931"/>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endParaRPr kumimoji="0" lang="ja-JP" altLang="en-US" sz="2400">
              <a:solidFill>
                <a:srgbClr val="000000"/>
              </a:solidFill>
              <a:latin typeface="Arial" panose="020B0604020202020204" pitchFamily="34" charset="0"/>
              <a:ea typeface="ヒラギノ角ゴ Pro W3" charset="-128"/>
            </a:endParaRPr>
          </a:p>
        </p:txBody>
      </p:sp>
      <p:sp>
        <p:nvSpPr>
          <p:cNvPr id="19478" name="テキスト ボックス 5">
            <a:extLst>
              <a:ext uri="{FF2B5EF4-FFF2-40B4-BE49-F238E27FC236}">
                <a16:creationId xmlns:a16="http://schemas.microsoft.com/office/drawing/2014/main" id="{BFD71E8B-4F88-4D83-B55F-B860EA3BFF59}"/>
              </a:ext>
            </a:extLst>
          </p:cNvPr>
          <p:cNvSpPr txBox="1">
            <a:spLocks noChangeArrowheads="1"/>
          </p:cNvSpPr>
          <p:nvPr/>
        </p:nvSpPr>
        <p:spPr bwMode="auto">
          <a:xfrm>
            <a:off x="4803775" y="5513388"/>
            <a:ext cx="631825" cy="46037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r>
              <a:rPr lang="ja-JP" altLang="en-US" sz="1200" b="1">
                <a:solidFill>
                  <a:schemeClr val="bg1"/>
                </a:solidFill>
              </a:rPr>
              <a:t>患者入口</a:t>
            </a:r>
          </a:p>
        </p:txBody>
      </p:sp>
      <p:sp>
        <p:nvSpPr>
          <p:cNvPr id="19479" name="スライド番号プレースホルダー 4">
            <a:extLst>
              <a:ext uri="{FF2B5EF4-FFF2-40B4-BE49-F238E27FC236}">
                <a16:creationId xmlns:a16="http://schemas.microsoft.com/office/drawing/2014/main" id="{035C1AB9-9062-4C51-8D48-E216470E39E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6D3D7107-B87E-4EF7-A0A3-F5C3623AF698}" type="slidenum">
              <a:rPr kumimoji="0" lang="en-US" altLang="ja-JP" sz="1600" smtClean="0"/>
              <a:pPr>
                <a:spcBef>
                  <a:spcPct val="0"/>
                </a:spcBef>
                <a:buFontTx/>
                <a:buNone/>
              </a:pPr>
              <a:t>13</a:t>
            </a:fld>
            <a:endParaRPr kumimoji="0" lang="en-US" altLang="ja-JP"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タイトル 1">
            <a:extLst>
              <a:ext uri="{FF2B5EF4-FFF2-40B4-BE49-F238E27FC236}">
                <a16:creationId xmlns:a16="http://schemas.microsoft.com/office/drawing/2014/main" id="{A89D395F-0CA2-4C6A-90A9-3D1DD664584D}"/>
              </a:ext>
            </a:extLst>
          </p:cNvPr>
          <p:cNvSpPr>
            <a:spLocks noGrp="1" noChangeArrowheads="1"/>
          </p:cNvSpPr>
          <p:nvPr>
            <p:ph type="title"/>
          </p:nvPr>
        </p:nvSpPr>
        <p:spPr>
          <a:xfrm>
            <a:off x="0" y="26988"/>
            <a:ext cx="1895475" cy="433387"/>
          </a:xfrm>
        </p:spPr>
        <p:txBody>
          <a:bodyPr/>
          <a:lstStyle/>
          <a:p>
            <a:r>
              <a:rPr lang="ja-JP" altLang="en-US"/>
              <a:t>従業員構成</a:t>
            </a:r>
          </a:p>
        </p:txBody>
      </p:sp>
      <p:sp>
        <p:nvSpPr>
          <p:cNvPr id="21507" name="スライド番号プレースホルダー 4">
            <a:extLst>
              <a:ext uri="{FF2B5EF4-FFF2-40B4-BE49-F238E27FC236}">
                <a16:creationId xmlns:a16="http://schemas.microsoft.com/office/drawing/2014/main" id="{F0A4AEED-A2F1-4B24-8217-E02AD35E9CF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08899667-E88F-462B-9799-43BF05608737}" type="slidenum">
              <a:rPr kumimoji="0" lang="en-US" altLang="ja-JP" sz="1600" smtClean="0"/>
              <a:pPr>
                <a:spcBef>
                  <a:spcPct val="0"/>
                </a:spcBef>
                <a:buFontTx/>
                <a:buNone/>
              </a:pPr>
              <a:t>14</a:t>
            </a:fld>
            <a:endParaRPr kumimoji="0" lang="en-US" altLang="ja-JP" sz="1600"/>
          </a:p>
        </p:txBody>
      </p:sp>
      <p:pic>
        <p:nvPicPr>
          <p:cNvPr id="21508" name="図 2">
            <a:extLst>
              <a:ext uri="{FF2B5EF4-FFF2-40B4-BE49-F238E27FC236}">
                <a16:creationId xmlns:a16="http://schemas.microsoft.com/office/drawing/2014/main" id="{2512CE45-52A7-4F13-96D9-D088FF27F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3" y="1143000"/>
            <a:ext cx="8728075"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コンテンツ プレースホルダー 2">
            <a:extLst>
              <a:ext uri="{FF2B5EF4-FFF2-40B4-BE49-F238E27FC236}">
                <a16:creationId xmlns:a16="http://schemas.microsoft.com/office/drawing/2014/main" id="{E4F18EBA-2FD8-4A28-92C3-77B3D328B406}"/>
              </a:ext>
            </a:extLst>
          </p:cNvPr>
          <p:cNvSpPr>
            <a:spLocks noGrp="1" noChangeArrowheads="1"/>
          </p:cNvSpPr>
          <p:nvPr>
            <p:ph idx="1"/>
          </p:nvPr>
        </p:nvSpPr>
        <p:spPr>
          <a:xfrm>
            <a:off x="1579563" y="2627313"/>
            <a:ext cx="5918200" cy="1346200"/>
          </a:xfrm>
          <a:solidFill>
            <a:srgbClr val="0070C0"/>
          </a:solidFill>
        </p:spPr>
        <p:txBody>
          <a:bodyPr anchor="ctr"/>
          <a:lstStyle/>
          <a:p>
            <a:pPr marL="0" indent="0" algn="ctr">
              <a:buFontTx/>
              <a:buNone/>
            </a:pPr>
            <a:r>
              <a:rPr lang="ja-JP" altLang="en-US" sz="6600" b="1">
                <a:solidFill>
                  <a:schemeClr val="bg1"/>
                </a:solidFill>
              </a:rPr>
              <a:t>財務概要</a:t>
            </a:r>
          </a:p>
        </p:txBody>
      </p:sp>
      <p:sp>
        <p:nvSpPr>
          <p:cNvPr id="22531" name="スライド番号プレースホルダー 4">
            <a:extLst>
              <a:ext uri="{FF2B5EF4-FFF2-40B4-BE49-F238E27FC236}">
                <a16:creationId xmlns:a16="http://schemas.microsoft.com/office/drawing/2014/main" id="{9A0747AD-7A0E-4713-B0EB-5071C189AD6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F28E6319-AB13-41DC-A171-0C28FCFDE0DA}" type="slidenum">
              <a:rPr kumimoji="0" lang="en-US" altLang="ja-JP" sz="1600" smtClean="0"/>
              <a:pPr>
                <a:spcBef>
                  <a:spcPct val="0"/>
                </a:spcBef>
                <a:buFontTx/>
                <a:buNone/>
              </a:pPr>
              <a:t>15</a:t>
            </a:fld>
            <a:endParaRPr kumimoji="0" lang="en-US" altLang="ja-JP"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タイトル 1">
            <a:extLst>
              <a:ext uri="{FF2B5EF4-FFF2-40B4-BE49-F238E27FC236}">
                <a16:creationId xmlns:a16="http://schemas.microsoft.com/office/drawing/2014/main" id="{616F57C2-556A-4230-8EF8-62CA6E0F2979}"/>
              </a:ext>
            </a:extLst>
          </p:cNvPr>
          <p:cNvSpPr>
            <a:spLocks noGrp="1" noChangeArrowheads="1"/>
          </p:cNvSpPr>
          <p:nvPr>
            <p:ph type="title"/>
          </p:nvPr>
        </p:nvSpPr>
        <p:spPr>
          <a:xfrm>
            <a:off x="0" y="1588"/>
            <a:ext cx="8286750" cy="433387"/>
          </a:xfrm>
        </p:spPr>
        <p:txBody>
          <a:bodyPr/>
          <a:lstStyle/>
          <a:p>
            <a:r>
              <a:rPr lang="ja-JP" altLang="en-US"/>
              <a:t>財務ハイライト（修正前）</a:t>
            </a:r>
            <a:r>
              <a:rPr lang="en-US" altLang="ja-JP"/>
              <a:t>B/S</a:t>
            </a:r>
            <a:endParaRPr lang="ja-JP" altLang="en-US"/>
          </a:p>
        </p:txBody>
      </p:sp>
      <p:sp>
        <p:nvSpPr>
          <p:cNvPr id="23555" name="スライド番号プレースホルダー 3">
            <a:extLst>
              <a:ext uri="{FF2B5EF4-FFF2-40B4-BE49-F238E27FC236}">
                <a16:creationId xmlns:a16="http://schemas.microsoft.com/office/drawing/2014/main" id="{E2BAA849-B679-4020-AC7A-024236C0DDC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0302374E-9DD6-4A99-B350-A3A33DF2C8BB}" type="slidenum">
              <a:rPr kumimoji="0" lang="en-US" altLang="ja-JP" sz="1600" smtClean="0"/>
              <a:pPr>
                <a:spcBef>
                  <a:spcPct val="0"/>
                </a:spcBef>
                <a:buFontTx/>
                <a:buNone/>
              </a:pPr>
              <a:t>16</a:t>
            </a:fld>
            <a:endParaRPr kumimoji="0" lang="en-US" altLang="ja-JP" sz="1600"/>
          </a:p>
        </p:txBody>
      </p:sp>
      <p:pic>
        <p:nvPicPr>
          <p:cNvPr id="23556" name="図 5">
            <a:extLst>
              <a:ext uri="{FF2B5EF4-FFF2-40B4-BE49-F238E27FC236}">
                <a16:creationId xmlns:a16="http://schemas.microsoft.com/office/drawing/2014/main" id="{638B559A-B68A-4DD1-8C70-9008A160E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813" y="541338"/>
            <a:ext cx="7318375" cy="611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タイトル 1">
            <a:extLst>
              <a:ext uri="{FF2B5EF4-FFF2-40B4-BE49-F238E27FC236}">
                <a16:creationId xmlns:a16="http://schemas.microsoft.com/office/drawing/2014/main" id="{13B38326-7172-453D-AC42-82FE74C10A60}"/>
              </a:ext>
            </a:extLst>
          </p:cNvPr>
          <p:cNvSpPr>
            <a:spLocks noGrp="1" noChangeArrowheads="1"/>
          </p:cNvSpPr>
          <p:nvPr>
            <p:ph type="title"/>
          </p:nvPr>
        </p:nvSpPr>
        <p:spPr>
          <a:xfrm>
            <a:off x="133350" y="133350"/>
            <a:ext cx="5911850" cy="433388"/>
          </a:xfrm>
        </p:spPr>
        <p:txBody>
          <a:bodyPr lIns="0" tIns="36000" rIns="0" bIns="36000" anchor="ctr"/>
          <a:lstStyle/>
          <a:p>
            <a:r>
              <a:rPr lang="ja-JP" altLang="en-US"/>
              <a:t>財務ハイライト</a:t>
            </a:r>
            <a:r>
              <a:rPr lang="en-US" altLang="ja-JP"/>
              <a:t>PL(</a:t>
            </a:r>
            <a:r>
              <a:rPr lang="ja-JP" altLang="en-US"/>
              <a:t>修正前）　</a:t>
            </a:r>
          </a:p>
        </p:txBody>
      </p:sp>
      <p:sp>
        <p:nvSpPr>
          <p:cNvPr id="24579" name="テキスト ボックス 5">
            <a:extLst>
              <a:ext uri="{FF2B5EF4-FFF2-40B4-BE49-F238E27FC236}">
                <a16:creationId xmlns:a16="http://schemas.microsoft.com/office/drawing/2014/main" id="{7682C6A4-A6F0-4F6C-B836-B2B226ED68B8}"/>
              </a:ext>
            </a:extLst>
          </p:cNvPr>
          <p:cNvSpPr txBox="1">
            <a:spLocks noChangeArrowheads="1"/>
          </p:cNvSpPr>
          <p:nvPr/>
        </p:nvSpPr>
        <p:spPr bwMode="auto">
          <a:xfrm>
            <a:off x="7680325" y="6267450"/>
            <a:ext cx="1143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ja-JP" altLang="en-US" sz="1400"/>
              <a:t>単位：円</a:t>
            </a:r>
          </a:p>
        </p:txBody>
      </p:sp>
      <p:pic>
        <p:nvPicPr>
          <p:cNvPr id="24580" name="図 2">
            <a:extLst>
              <a:ext uri="{FF2B5EF4-FFF2-40B4-BE49-F238E27FC236}">
                <a16:creationId xmlns:a16="http://schemas.microsoft.com/office/drawing/2014/main" id="{BE6344C5-8224-47B8-A53F-2D632B993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150" y="566738"/>
            <a:ext cx="4667250" cy="620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スライド番号プレースホルダー 4">
            <a:extLst>
              <a:ext uri="{FF2B5EF4-FFF2-40B4-BE49-F238E27FC236}">
                <a16:creationId xmlns:a16="http://schemas.microsoft.com/office/drawing/2014/main" id="{D0D94907-D843-4F00-8CB6-FE2A55410BC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7BBC28C7-3650-4589-84B9-D2A3D745AAC4}" type="slidenum">
              <a:rPr kumimoji="0" lang="en-US" altLang="ja-JP" sz="1600" smtClean="0"/>
              <a:pPr>
                <a:spcBef>
                  <a:spcPct val="0"/>
                </a:spcBef>
                <a:buFontTx/>
                <a:buNone/>
              </a:pPr>
              <a:t>17</a:t>
            </a:fld>
            <a:endParaRPr kumimoji="0" lang="en-US" altLang="ja-JP"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タイトル 1">
            <a:extLst>
              <a:ext uri="{FF2B5EF4-FFF2-40B4-BE49-F238E27FC236}">
                <a16:creationId xmlns:a16="http://schemas.microsoft.com/office/drawing/2014/main" id="{BE378E58-7841-4A26-9ECD-0E605203645C}"/>
              </a:ext>
            </a:extLst>
          </p:cNvPr>
          <p:cNvSpPr>
            <a:spLocks noGrp="1" noChangeArrowheads="1"/>
          </p:cNvSpPr>
          <p:nvPr>
            <p:ph type="title"/>
          </p:nvPr>
        </p:nvSpPr>
        <p:spPr>
          <a:xfrm>
            <a:off x="133350" y="133350"/>
            <a:ext cx="5911850" cy="433388"/>
          </a:xfrm>
        </p:spPr>
        <p:txBody>
          <a:bodyPr lIns="0" tIns="36000" rIns="0" bIns="36000" anchor="ctr"/>
          <a:lstStyle/>
          <a:p>
            <a:r>
              <a:rPr lang="ja-JP" altLang="en-US"/>
              <a:t>財務ハイライト</a:t>
            </a:r>
            <a:r>
              <a:rPr lang="en-US" altLang="ja-JP"/>
              <a:t>PL </a:t>
            </a:r>
            <a:r>
              <a:rPr lang="ja-JP" altLang="en-US"/>
              <a:t>～経費～</a:t>
            </a:r>
            <a:r>
              <a:rPr lang="en-US" altLang="ja-JP"/>
              <a:t>(</a:t>
            </a:r>
            <a:r>
              <a:rPr lang="ja-JP" altLang="en-US"/>
              <a:t>修正前）　</a:t>
            </a:r>
          </a:p>
        </p:txBody>
      </p:sp>
      <p:sp>
        <p:nvSpPr>
          <p:cNvPr id="26627" name="テキスト ボックス 5">
            <a:extLst>
              <a:ext uri="{FF2B5EF4-FFF2-40B4-BE49-F238E27FC236}">
                <a16:creationId xmlns:a16="http://schemas.microsoft.com/office/drawing/2014/main" id="{BED2E134-9E84-4797-88DB-D9D77D84D137}"/>
              </a:ext>
            </a:extLst>
          </p:cNvPr>
          <p:cNvSpPr txBox="1">
            <a:spLocks noChangeArrowheads="1"/>
          </p:cNvSpPr>
          <p:nvPr/>
        </p:nvSpPr>
        <p:spPr bwMode="auto">
          <a:xfrm>
            <a:off x="3451225" y="4960938"/>
            <a:ext cx="1143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ja-JP" altLang="en-US" sz="1400"/>
              <a:t>単位：円</a:t>
            </a:r>
          </a:p>
        </p:txBody>
      </p:sp>
      <p:pic>
        <p:nvPicPr>
          <p:cNvPr id="26628" name="図 7">
            <a:extLst>
              <a:ext uri="{FF2B5EF4-FFF2-40B4-BE49-F238E27FC236}">
                <a16:creationId xmlns:a16="http://schemas.microsoft.com/office/drawing/2014/main" id="{93A86504-6579-4E57-AD53-BFB7D169E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654050"/>
            <a:ext cx="4257675"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図 9">
            <a:extLst>
              <a:ext uri="{FF2B5EF4-FFF2-40B4-BE49-F238E27FC236}">
                <a16:creationId xmlns:a16="http://schemas.microsoft.com/office/drawing/2014/main" id="{74338CEF-A036-4248-AB6B-472BFA0097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0" y="568325"/>
            <a:ext cx="3697288" cy="620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スライド番号プレースホルダー 4">
            <a:extLst>
              <a:ext uri="{FF2B5EF4-FFF2-40B4-BE49-F238E27FC236}">
                <a16:creationId xmlns:a16="http://schemas.microsoft.com/office/drawing/2014/main" id="{89C549AD-9F1B-43EC-A5DD-861CD662E1D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C0551D69-BA43-46CC-AD1F-C42CC80C1EC7}" type="slidenum">
              <a:rPr kumimoji="0" lang="en-US" altLang="ja-JP" sz="1600" smtClean="0"/>
              <a:pPr>
                <a:spcBef>
                  <a:spcPct val="0"/>
                </a:spcBef>
                <a:buFontTx/>
                <a:buNone/>
              </a:pPr>
              <a:t>18</a:t>
            </a:fld>
            <a:endParaRPr kumimoji="0" lang="en-US" altLang="ja-JP"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タイトル 1">
            <a:extLst>
              <a:ext uri="{FF2B5EF4-FFF2-40B4-BE49-F238E27FC236}">
                <a16:creationId xmlns:a16="http://schemas.microsoft.com/office/drawing/2014/main" id="{1C28AE06-6810-4DA3-9F75-F8484417DC73}"/>
              </a:ext>
            </a:extLst>
          </p:cNvPr>
          <p:cNvSpPr>
            <a:spLocks noGrp="1" noChangeArrowheads="1"/>
          </p:cNvSpPr>
          <p:nvPr>
            <p:ph type="title"/>
          </p:nvPr>
        </p:nvSpPr>
        <p:spPr>
          <a:xfrm>
            <a:off x="155575" y="17463"/>
            <a:ext cx="1346200" cy="434975"/>
          </a:xfrm>
        </p:spPr>
        <p:txBody>
          <a:bodyPr lIns="0" tIns="36000" rIns="0" bIns="36000" anchor="ctr"/>
          <a:lstStyle/>
          <a:p>
            <a:r>
              <a:rPr lang="ja-JP" altLang="en-US"/>
              <a:t>売上推移</a:t>
            </a:r>
          </a:p>
        </p:txBody>
      </p:sp>
      <p:sp>
        <p:nvSpPr>
          <p:cNvPr id="28675" name="テキスト ボックス 5">
            <a:extLst>
              <a:ext uri="{FF2B5EF4-FFF2-40B4-BE49-F238E27FC236}">
                <a16:creationId xmlns:a16="http://schemas.microsoft.com/office/drawing/2014/main" id="{4032A96C-6A3F-4010-BD22-F9BC6C1E34FC}"/>
              </a:ext>
            </a:extLst>
          </p:cNvPr>
          <p:cNvSpPr txBox="1">
            <a:spLocks noChangeArrowheads="1"/>
          </p:cNvSpPr>
          <p:nvPr/>
        </p:nvSpPr>
        <p:spPr bwMode="auto">
          <a:xfrm>
            <a:off x="7870825" y="6319838"/>
            <a:ext cx="1143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ja-JP" altLang="en-US" sz="1400"/>
              <a:t>単位：円</a:t>
            </a:r>
          </a:p>
        </p:txBody>
      </p:sp>
      <p:graphicFrame>
        <p:nvGraphicFramePr>
          <p:cNvPr id="2" name="表 1">
            <a:extLst>
              <a:ext uri="{FF2B5EF4-FFF2-40B4-BE49-F238E27FC236}">
                <a16:creationId xmlns:a16="http://schemas.microsoft.com/office/drawing/2014/main" id="{DCAF47BD-932B-4088-B3D1-7E028D56140B}"/>
              </a:ext>
            </a:extLst>
          </p:cNvPr>
          <p:cNvGraphicFramePr>
            <a:graphicFrameLocks noGrp="1"/>
          </p:cNvGraphicFramePr>
          <p:nvPr/>
        </p:nvGraphicFramePr>
        <p:xfrm>
          <a:off x="155575" y="4948238"/>
          <a:ext cx="8837615" cy="1012824"/>
        </p:xfrm>
        <a:graphic>
          <a:graphicData uri="http://schemas.openxmlformats.org/drawingml/2006/table">
            <a:tbl>
              <a:tblPr/>
              <a:tblGrid>
                <a:gridCol w="420283">
                  <a:extLst>
                    <a:ext uri="{9D8B030D-6E8A-4147-A177-3AD203B41FA5}">
                      <a16:colId xmlns:a16="http://schemas.microsoft.com/office/drawing/2014/main" val="20000"/>
                    </a:ext>
                  </a:extLst>
                </a:gridCol>
                <a:gridCol w="601238">
                  <a:extLst>
                    <a:ext uri="{9D8B030D-6E8A-4147-A177-3AD203B41FA5}">
                      <a16:colId xmlns:a16="http://schemas.microsoft.com/office/drawing/2014/main" val="20001"/>
                    </a:ext>
                  </a:extLst>
                </a:gridCol>
                <a:gridCol w="601238">
                  <a:extLst>
                    <a:ext uri="{9D8B030D-6E8A-4147-A177-3AD203B41FA5}">
                      <a16:colId xmlns:a16="http://schemas.microsoft.com/office/drawing/2014/main" val="20002"/>
                    </a:ext>
                  </a:extLst>
                </a:gridCol>
                <a:gridCol w="601238">
                  <a:extLst>
                    <a:ext uri="{9D8B030D-6E8A-4147-A177-3AD203B41FA5}">
                      <a16:colId xmlns:a16="http://schemas.microsoft.com/office/drawing/2014/main" val="20003"/>
                    </a:ext>
                  </a:extLst>
                </a:gridCol>
                <a:gridCol w="601238">
                  <a:extLst>
                    <a:ext uri="{9D8B030D-6E8A-4147-A177-3AD203B41FA5}">
                      <a16:colId xmlns:a16="http://schemas.microsoft.com/office/drawing/2014/main" val="20004"/>
                    </a:ext>
                  </a:extLst>
                </a:gridCol>
                <a:gridCol w="601238">
                  <a:extLst>
                    <a:ext uri="{9D8B030D-6E8A-4147-A177-3AD203B41FA5}">
                      <a16:colId xmlns:a16="http://schemas.microsoft.com/office/drawing/2014/main" val="20005"/>
                    </a:ext>
                  </a:extLst>
                </a:gridCol>
                <a:gridCol w="601238">
                  <a:extLst>
                    <a:ext uri="{9D8B030D-6E8A-4147-A177-3AD203B41FA5}">
                      <a16:colId xmlns:a16="http://schemas.microsoft.com/office/drawing/2014/main" val="20006"/>
                    </a:ext>
                  </a:extLst>
                </a:gridCol>
                <a:gridCol w="601238">
                  <a:extLst>
                    <a:ext uri="{9D8B030D-6E8A-4147-A177-3AD203B41FA5}">
                      <a16:colId xmlns:a16="http://schemas.microsoft.com/office/drawing/2014/main" val="20007"/>
                    </a:ext>
                  </a:extLst>
                </a:gridCol>
                <a:gridCol w="601238">
                  <a:extLst>
                    <a:ext uri="{9D8B030D-6E8A-4147-A177-3AD203B41FA5}">
                      <a16:colId xmlns:a16="http://schemas.microsoft.com/office/drawing/2014/main" val="20008"/>
                    </a:ext>
                  </a:extLst>
                </a:gridCol>
                <a:gridCol w="601238">
                  <a:extLst>
                    <a:ext uri="{9D8B030D-6E8A-4147-A177-3AD203B41FA5}">
                      <a16:colId xmlns:a16="http://schemas.microsoft.com/office/drawing/2014/main" val="20009"/>
                    </a:ext>
                  </a:extLst>
                </a:gridCol>
                <a:gridCol w="601238">
                  <a:extLst>
                    <a:ext uri="{9D8B030D-6E8A-4147-A177-3AD203B41FA5}">
                      <a16:colId xmlns:a16="http://schemas.microsoft.com/office/drawing/2014/main" val="20010"/>
                    </a:ext>
                  </a:extLst>
                </a:gridCol>
                <a:gridCol w="601238">
                  <a:extLst>
                    <a:ext uri="{9D8B030D-6E8A-4147-A177-3AD203B41FA5}">
                      <a16:colId xmlns:a16="http://schemas.microsoft.com/office/drawing/2014/main" val="20011"/>
                    </a:ext>
                  </a:extLst>
                </a:gridCol>
                <a:gridCol w="601238">
                  <a:extLst>
                    <a:ext uri="{9D8B030D-6E8A-4147-A177-3AD203B41FA5}">
                      <a16:colId xmlns:a16="http://schemas.microsoft.com/office/drawing/2014/main" val="20012"/>
                    </a:ext>
                  </a:extLst>
                </a:gridCol>
                <a:gridCol w="601238">
                  <a:extLst>
                    <a:ext uri="{9D8B030D-6E8A-4147-A177-3AD203B41FA5}">
                      <a16:colId xmlns:a16="http://schemas.microsoft.com/office/drawing/2014/main" val="20013"/>
                    </a:ext>
                  </a:extLst>
                </a:gridCol>
                <a:gridCol w="601238">
                  <a:extLst>
                    <a:ext uri="{9D8B030D-6E8A-4147-A177-3AD203B41FA5}">
                      <a16:colId xmlns:a16="http://schemas.microsoft.com/office/drawing/2014/main" val="20014"/>
                    </a:ext>
                  </a:extLst>
                </a:gridCol>
              </a:tblGrid>
              <a:tr h="253206">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9</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合計</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月平均</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3206">
                <a:tc>
                  <a:txBody>
                    <a:bodyPr/>
                    <a:lstStyle/>
                    <a:p>
                      <a:pPr algn="l" fontAlgn="ctr"/>
                      <a:r>
                        <a:rPr lang="en-US" sz="600" b="0" i="0" u="none" strike="noStrike">
                          <a:solidFill>
                            <a:srgbClr val="000000"/>
                          </a:solidFill>
                          <a:effectLst/>
                          <a:latin typeface="メイリオ" panose="020B0604030504040204" pitchFamily="50" charset="-128"/>
                          <a:ea typeface="メイリオ" panose="020B0604030504040204" pitchFamily="50" charset="-128"/>
                        </a:rPr>
                        <a:t>R1</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年度</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11,153,750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11,120,370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12,481,433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12,797,361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12,225,755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11,353,801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12,241,154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11,040,974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11,064,439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10,917,570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12,189,237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12,166,786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140,752,630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11,729,386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3206">
                <a:tc>
                  <a:txBody>
                    <a:bodyPr/>
                    <a:lstStyle/>
                    <a:p>
                      <a:pPr algn="l" fontAlgn="ctr"/>
                      <a:r>
                        <a:rPr lang="en-US" sz="600" b="0" i="0" u="none" strike="noStrike">
                          <a:solidFill>
                            <a:srgbClr val="000000"/>
                          </a:solidFill>
                          <a:effectLst/>
                          <a:latin typeface="メイリオ" panose="020B0604030504040204" pitchFamily="50" charset="-128"/>
                          <a:ea typeface="メイリオ" panose="020B0604030504040204" pitchFamily="50" charset="-128"/>
                        </a:rPr>
                        <a:t>R2</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年度</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11,382,069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11,278,281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11,699,388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11,577,162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10,916,045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13,094,034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11,772,191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10,838,149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11,634,582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13,684,895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12,147,670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11,667,915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141,692,381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11,807,698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3206">
                <a:tc>
                  <a:txBody>
                    <a:bodyPr/>
                    <a:lstStyle/>
                    <a:p>
                      <a:pPr algn="l" fontAlgn="ctr"/>
                      <a:r>
                        <a:rPr lang="en-US" sz="600" b="0" i="0" u="none" strike="noStrike">
                          <a:solidFill>
                            <a:srgbClr val="000000"/>
                          </a:solidFill>
                          <a:effectLst/>
                          <a:latin typeface="メイリオ" panose="020B0604030504040204" pitchFamily="50" charset="-128"/>
                          <a:ea typeface="メイリオ" panose="020B0604030504040204" pitchFamily="50" charset="-128"/>
                        </a:rPr>
                        <a:t>R3</a:t>
                      </a: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年度</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9,825,850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10,993,230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12,465,498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12,419,004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11,194,627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12,697,551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13,243,298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10,648,722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10,686,938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12,459,857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12,516,403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12,943,256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142,094,234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11,841,186 </a:t>
                      </a:r>
                    </a:p>
                  </a:txBody>
                  <a:tcPr marL="5500" marR="5500" marT="54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28758" name="図 3">
            <a:extLst>
              <a:ext uri="{FF2B5EF4-FFF2-40B4-BE49-F238E27FC236}">
                <a16:creationId xmlns:a16="http://schemas.microsoft.com/office/drawing/2014/main" id="{7ED91AFF-C8B2-4DF6-88F3-1DCE60B740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46150" y="704850"/>
            <a:ext cx="7256463"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59" name="スライド番号プレースホルダー 4">
            <a:extLst>
              <a:ext uri="{FF2B5EF4-FFF2-40B4-BE49-F238E27FC236}">
                <a16:creationId xmlns:a16="http://schemas.microsoft.com/office/drawing/2014/main" id="{942D9854-9E30-4599-B194-441F2B3F6F0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59D7E58A-7A12-4B84-8F77-26BDFB594A5B}" type="slidenum">
              <a:rPr kumimoji="0" lang="en-US" altLang="ja-JP" sz="1600" smtClean="0"/>
              <a:pPr>
                <a:spcBef>
                  <a:spcPct val="0"/>
                </a:spcBef>
                <a:buFontTx/>
                <a:buNone/>
              </a:pPr>
              <a:t>19</a:t>
            </a:fld>
            <a:endParaRPr kumimoji="0" lang="en-US" altLang="ja-JP"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タイトル 1">
            <a:extLst>
              <a:ext uri="{FF2B5EF4-FFF2-40B4-BE49-F238E27FC236}">
                <a16:creationId xmlns:a16="http://schemas.microsoft.com/office/drawing/2014/main" id="{A09255C5-340B-410B-AB81-AF3170BB38B0}"/>
              </a:ext>
            </a:extLst>
          </p:cNvPr>
          <p:cNvSpPr>
            <a:spLocks noGrp="1" noChangeArrowheads="1"/>
          </p:cNvSpPr>
          <p:nvPr>
            <p:ph type="title"/>
          </p:nvPr>
        </p:nvSpPr>
        <p:spPr>
          <a:xfrm>
            <a:off x="182563" y="133350"/>
            <a:ext cx="4572000" cy="434975"/>
          </a:xfrm>
        </p:spPr>
        <p:txBody>
          <a:bodyPr lIns="0" tIns="36000" rIns="0" bIns="36000" anchor="ctr"/>
          <a:lstStyle/>
          <a:p>
            <a:r>
              <a:rPr lang="ja-JP" altLang="en-US"/>
              <a:t>資産（機器・リース状況</a:t>
            </a:r>
            <a:r>
              <a:rPr lang="en-US" altLang="ja-JP"/>
              <a:t> </a:t>
            </a:r>
            <a:r>
              <a:rPr lang="ja-JP" altLang="en-US"/>
              <a:t>）</a:t>
            </a:r>
            <a:r>
              <a:rPr lang="en-US" altLang="ja-JP"/>
              <a:t>1</a:t>
            </a:r>
            <a:endParaRPr lang="ja-JP" altLang="en-US"/>
          </a:p>
        </p:txBody>
      </p:sp>
      <p:sp>
        <p:nvSpPr>
          <p:cNvPr id="30723" name="テキスト ボックス 5">
            <a:extLst>
              <a:ext uri="{FF2B5EF4-FFF2-40B4-BE49-F238E27FC236}">
                <a16:creationId xmlns:a16="http://schemas.microsoft.com/office/drawing/2014/main" id="{356F1D29-4463-4D80-8E94-92EAEBA0F78F}"/>
              </a:ext>
            </a:extLst>
          </p:cNvPr>
          <p:cNvSpPr txBox="1">
            <a:spLocks noChangeArrowheads="1"/>
          </p:cNvSpPr>
          <p:nvPr/>
        </p:nvSpPr>
        <p:spPr bwMode="auto">
          <a:xfrm>
            <a:off x="7856538" y="5337175"/>
            <a:ext cx="1143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ja-JP" altLang="en-US" sz="1400"/>
              <a:t>単位：円</a:t>
            </a:r>
          </a:p>
        </p:txBody>
      </p:sp>
      <p:pic>
        <p:nvPicPr>
          <p:cNvPr id="30724" name="図 4">
            <a:extLst>
              <a:ext uri="{FF2B5EF4-FFF2-40B4-BE49-F238E27FC236}">
                <a16:creationId xmlns:a16="http://schemas.microsoft.com/office/drawing/2014/main" id="{B4E66E69-81D1-4F4D-B058-6682E7ECC0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563" y="981075"/>
            <a:ext cx="8575675"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スライド番号プレースホルダー 4">
            <a:extLst>
              <a:ext uri="{FF2B5EF4-FFF2-40B4-BE49-F238E27FC236}">
                <a16:creationId xmlns:a16="http://schemas.microsoft.com/office/drawing/2014/main" id="{FE9E6F1E-05AE-44AC-BE06-E71D82561B2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7E76EB1F-BCBD-4968-BA16-366824CE28C1}" type="slidenum">
              <a:rPr kumimoji="0" lang="en-US" altLang="ja-JP" sz="1600" smtClean="0"/>
              <a:pPr>
                <a:spcBef>
                  <a:spcPct val="0"/>
                </a:spcBef>
                <a:buFontTx/>
                <a:buNone/>
              </a:pPr>
              <a:t>20</a:t>
            </a:fld>
            <a:endParaRPr kumimoji="0" lang="en-US" altLang="ja-JP"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タイトル 1">
            <a:extLst>
              <a:ext uri="{FF2B5EF4-FFF2-40B4-BE49-F238E27FC236}">
                <a16:creationId xmlns:a16="http://schemas.microsoft.com/office/drawing/2014/main" id="{C0F8D2CA-17FB-4723-8980-92E5A5F67E4B}"/>
              </a:ext>
            </a:extLst>
          </p:cNvPr>
          <p:cNvSpPr>
            <a:spLocks noGrp="1" noChangeArrowheads="1"/>
          </p:cNvSpPr>
          <p:nvPr>
            <p:ph type="title"/>
          </p:nvPr>
        </p:nvSpPr>
        <p:spPr>
          <a:xfrm>
            <a:off x="0" y="1588"/>
            <a:ext cx="8286750" cy="433387"/>
          </a:xfrm>
        </p:spPr>
        <p:txBody>
          <a:bodyPr lIns="0" tIns="36000" rIns="0" bIns="36000" anchor="ctr"/>
          <a:lstStyle/>
          <a:p>
            <a:r>
              <a:rPr lang="ja-JP" altLang="en-US"/>
              <a:t>資産（機器・リース状況</a:t>
            </a:r>
            <a:r>
              <a:rPr lang="en-US" altLang="ja-JP"/>
              <a:t> </a:t>
            </a:r>
            <a:r>
              <a:rPr lang="ja-JP" altLang="en-US"/>
              <a:t>）２</a:t>
            </a:r>
          </a:p>
        </p:txBody>
      </p:sp>
      <p:sp>
        <p:nvSpPr>
          <p:cNvPr id="31747" name="テキスト ボックス 5">
            <a:extLst>
              <a:ext uri="{FF2B5EF4-FFF2-40B4-BE49-F238E27FC236}">
                <a16:creationId xmlns:a16="http://schemas.microsoft.com/office/drawing/2014/main" id="{5352027F-607B-4713-B0B9-6E52C53A147E}"/>
              </a:ext>
            </a:extLst>
          </p:cNvPr>
          <p:cNvSpPr txBox="1">
            <a:spLocks noChangeArrowheads="1"/>
          </p:cNvSpPr>
          <p:nvPr/>
        </p:nvSpPr>
        <p:spPr bwMode="auto">
          <a:xfrm>
            <a:off x="7856538" y="5118100"/>
            <a:ext cx="1143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ja-JP" altLang="en-US" sz="1400"/>
              <a:t>単位：円</a:t>
            </a:r>
          </a:p>
        </p:txBody>
      </p:sp>
      <p:pic>
        <p:nvPicPr>
          <p:cNvPr id="31748" name="図 3">
            <a:extLst>
              <a:ext uri="{FF2B5EF4-FFF2-40B4-BE49-F238E27FC236}">
                <a16:creationId xmlns:a16="http://schemas.microsoft.com/office/drawing/2014/main" id="{005A1DCD-D41D-400D-B076-EC58137989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000" y="996950"/>
            <a:ext cx="8643938"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スライド番号プレースホルダー 4">
            <a:extLst>
              <a:ext uri="{FF2B5EF4-FFF2-40B4-BE49-F238E27FC236}">
                <a16:creationId xmlns:a16="http://schemas.microsoft.com/office/drawing/2014/main" id="{B1686E07-5C9E-44CC-9CA8-7BEEC7F3B0A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44E55B1A-A419-474C-B9EB-29C9962016FB}" type="slidenum">
              <a:rPr kumimoji="0" lang="en-US" altLang="ja-JP" sz="1600" smtClean="0"/>
              <a:pPr>
                <a:spcBef>
                  <a:spcPct val="0"/>
                </a:spcBef>
                <a:buFontTx/>
                <a:buNone/>
              </a:pPr>
              <a:t>21</a:t>
            </a:fld>
            <a:endParaRPr kumimoji="0" lang="en-US" altLang="ja-JP"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タイトル 1">
            <a:extLst>
              <a:ext uri="{FF2B5EF4-FFF2-40B4-BE49-F238E27FC236}">
                <a16:creationId xmlns:a16="http://schemas.microsoft.com/office/drawing/2014/main" id="{39CCBB26-3CE5-4218-BE25-A1224AB292D7}"/>
              </a:ext>
            </a:extLst>
          </p:cNvPr>
          <p:cNvSpPr>
            <a:spLocks noGrp="1" noChangeArrowheads="1"/>
          </p:cNvSpPr>
          <p:nvPr>
            <p:ph type="title"/>
          </p:nvPr>
        </p:nvSpPr>
        <p:spPr>
          <a:xfrm>
            <a:off x="149225" y="117475"/>
            <a:ext cx="5137150" cy="433388"/>
          </a:xfrm>
        </p:spPr>
        <p:txBody>
          <a:bodyPr lIns="0" tIns="36000" rIns="0" bIns="36000" anchor="ctr"/>
          <a:lstStyle/>
          <a:p>
            <a:r>
              <a:rPr lang="ja-JP" altLang="en-US"/>
              <a:t>修正損益計算書（実質利益の算出）　</a:t>
            </a:r>
          </a:p>
        </p:txBody>
      </p:sp>
      <p:sp>
        <p:nvSpPr>
          <p:cNvPr id="32771" name="テキスト ボックス 5">
            <a:extLst>
              <a:ext uri="{FF2B5EF4-FFF2-40B4-BE49-F238E27FC236}">
                <a16:creationId xmlns:a16="http://schemas.microsoft.com/office/drawing/2014/main" id="{AB642C68-43C5-46B4-9AEF-297C76C9488E}"/>
              </a:ext>
            </a:extLst>
          </p:cNvPr>
          <p:cNvSpPr txBox="1">
            <a:spLocks noChangeArrowheads="1"/>
          </p:cNvSpPr>
          <p:nvPr/>
        </p:nvSpPr>
        <p:spPr bwMode="auto">
          <a:xfrm>
            <a:off x="7510463" y="6483350"/>
            <a:ext cx="11430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eaLnBrk="1" hangingPunct="1">
              <a:spcBef>
                <a:spcPct val="0"/>
              </a:spcBef>
              <a:buFontTx/>
              <a:buNone/>
            </a:pPr>
            <a:r>
              <a:rPr lang="ja-JP" altLang="en-US" sz="1400"/>
              <a:t>単位：円</a:t>
            </a:r>
          </a:p>
        </p:txBody>
      </p:sp>
      <p:sp>
        <p:nvSpPr>
          <p:cNvPr id="32772" name="スライド番号プレースホルダー 4">
            <a:extLst>
              <a:ext uri="{FF2B5EF4-FFF2-40B4-BE49-F238E27FC236}">
                <a16:creationId xmlns:a16="http://schemas.microsoft.com/office/drawing/2014/main" id="{8F5A10C1-158D-4873-8B00-A4C21E7B974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6634DDB5-A5E9-4631-9F11-A5B6A29D9B86}" type="slidenum">
              <a:rPr kumimoji="0" lang="en-US" altLang="ja-JP" sz="1600" smtClean="0"/>
              <a:pPr>
                <a:spcBef>
                  <a:spcPct val="0"/>
                </a:spcBef>
                <a:buFontTx/>
                <a:buNone/>
              </a:pPr>
              <a:t>22</a:t>
            </a:fld>
            <a:endParaRPr kumimoji="0" lang="en-US" altLang="ja-JP" sz="1600"/>
          </a:p>
        </p:txBody>
      </p:sp>
      <p:pic>
        <p:nvPicPr>
          <p:cNvPr id="32773" name="図 2">
            <a:extLst>
              <a:ext uri="{FF2B5EF4-FFF2-40B4-BE49-F238E27FC236}">
                <a16:creationId xmlns:a16="http://schemas.microsoft.com/office/drawing/2014/main" id="{E73367AB-2895-4E9C-B584-16A43A35F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25" y="914400"/>
            <a:ext cx="8388350"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コンテンツ プレースホルダー 2">
            <a:extLst>
              <a:ext uri="{FF2B5EF4-FFF2-40B4-BE49-F238E27FC236}">
                <a16:creationId xmlns:a16="http://schemas.microsoft.com/office/drawing/2014/main" id="{0993B43A-40DF-4EC9-AF03-9E1B1DFDA7AE}"/>
              </a:ext>
            </a:extLst>
          </p:cNvPr>
          <p:cNvSpPr>
            <a:spLocks noGrp="1" noChangeArrowheads="1"/>
          </p:cNvSpPr>
          <p:nvPr>
            <p:ph idx="1"/>
          </p:nvPr>
        </p:nvSpPr>
        <p:spPr>
          <a:xfrm>
            <a:off x="1579563" y="2627313"/>
            <a:ext cx="5918200" cy="1346200"/>
          </a:xfrm>
          <a:solidFill>
            <a:srgbClr val="0070C0"/>
          </a:solidFill>
        </p:spPr>
        <p:txBody>
          <a:bodyPr anchor="ctr"/>
          <a:lstStyle/>
          <a:p>
            <a:pPr marL="0" indent="0" algn="ctr">
              <a:buFontTx/>
              <a:buNone/>
            </a:pPr>
            <a:r>
              <a:rPr lang="ja-JP" altLang="en-US" sz="6600" b="1">
                <a:solidFill>
                  <a:schemeClr val="bg1"/>
                </a:solidFill>
              </a:rPr>
              <a:t>譲渡条件</a:t>
            </a:r>
          </a:p>
        </p:txBody>
      </p:sp>
      <p:sp>
        <p:nvSpPr>
          <p:cNvPr id="33795" name="スライド番号プレースホルダー 4">
            <a:extLst>
              <a:ext uri="{FF2B5EF4-FFF2-40B4-BE49-F238E27FC236}">
                <a16:creationId xmlns:a16="http://schemas.microsoft.com/office/drawing/2014/main" id="{9C4F0A07-43F2-4B77-B920-D7B8A0AE994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4996353F-2058-447E-991E-CE61E1F9719E}" type="slidenum">
              <a:rPr kumimoji="0" lang="en-US" altLang="ja-JP" sz="1600" smtClean="0"/>
              <a:pPr>
                <a:spcBef>
                  <a:spcPct val="0"/>
                </a:spcBef>
                <a:buFontTx/>
                <a:buNone/>
              </a:pPr>
              <a:t>23</a:t>
            </a:fld>
            <a:endParaRPr kumimoji="0" lang="en-US" altLang="ja-JP"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タイトル 1">
            <a:extLst>
              <a:ext uri="{FF2B5EF4-FFF2-40B4-BE49-F238E27FC236}">
                <a16:creationId xmlns:a16="http://schemas.microsoft.com/office/drawing/2014/main" id="{51C5722D-A753-4AB4-A032-FC85B0A984A4}"/>
              </a:ext>
            </a:extLst>
          </p:cNvPr>
          <p:cNvSpPr>
            <a:spLocks noGrp="1" noChangeArrowheads="1"/>
          </p:cNvSpPr>
          <p:nvPr>
            <p:ph type="title"/>
          </p:nvPr>
        </p:nvSpPr>
        <p:spPr>
          <a:xfrm>
            <a:off x="134938" y="15875"/>
            <a:ext cx="1546225" cy="434975"/>
          </a:xfrm>
        </p:spPr>
        <p:txBody>
          <a:bodyPr lIns="0" tIns="36000" rIns="0" bIns="36000" anchor="ctr"/>
          <a:lstStyle/>
          <a:p>
            <a:r>
              <a:rPr lang="ja-JP" altLang="en-US"/>
              <a:t>譲渡条件</a:t>
            </a:r>
          </a:p>
        </p:txBody>
      </p:sp>
      <p:pic>
        <p:nvPicPr>
          <p:cNvPr id="34819" name="図 3">
            <a:extLst>
              <a:ext uri="{FF2B5EF4-FFF2-40B4-BE49-F238E27FC236}">
                <a16:creationId xmlns:a16="http://schemas.microsoft.com/office/drawing/2014/main" id="{01A93B71-0F44-4AB7-9839-806D4AA2EF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4938" y="809625"/>
            <a:ext cx="8677275" cy="36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スライド番号プレースホルダー 4">
            <a:extLst>
              <a:ext uri="{FF2B5EF4-FFF2-40B4-BE49-F238E27FC236}">
                <a16:creationId xmlns:a16="http://schemas.microsoft.com/office/drawing/2014/main" id="{E3E16398-D594-4942-937D-2D1BE4F9503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D3128BA2-E93E-40B4-A417-7CB91709122A}" type="slidenum">
              <a:rPr kumimoji="0" lang="en-US" altLang="ja-JP" sz="1600" smtClean="0"/>
              <a:pPr>
                <a:spcBef>
                  <a:spcPct val="0"/>
                </a:spcBef>
                <a:buFontTx/>
                <a:buNone/>
              </a:pPr>
              <a:t>24</a:t>
            </a:fld>
            <a:endParaRPr kumimoji="0" lang="en-US" altLang="ja-JP"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タイトル 1">
            <a:extLst>
              <a:ext uri="{FF2B5EF4-FFF2-40B4-BE49-F238E27FC236}">
                <a16:creationId xmlns:a16="http://schemas.microsoft.com/office/drawing/2014/main" id="{681D123E-3553-4CC2-9ECF-964179C0E446}"/>
              </a:ext>
            </a:extLst>
          </p:cNvPr>
          <p:cNvSpPr>
            <a:spLocks noGrp="1" noChangeArrowheads="1"/>
          </p:cNvSpPr>
          <p:nvPr>
            <p:ph type="title"/>
          </p:nvPr>
        </p:nvSpPr>
        <p:spPr>
          <a:xfrm>
            <a:off x="0" y="0"/>
            <a:ext cx="8286750" cy="433388"/>
          </a:xfrm>
        </p:spPr>
        <p:txBody>
          <a:bodyPr/>
          <a:lstStyle/>
          <a:p>
            <a:r>
              <a:rPr lang="ja-JP" altLang="en-US"/>
              <a:t>総投資額概算</a:t>
            </a:r>
          </a:p>
        </p:txBody>
      </p:sp>
      <p:sp>
        <p:nvSpPr>
          <p:cNvPr id="35843" name="スライド番号プレースホルダー 3">
            <a:extLst>
              <a:ext uri="{FF2B5EF4-FFF2-40B4-BE49-F238E27FC236}">
                <a16:creationId xmlns:a16="http://schemas.microsoft.com/office/drawing/2014/main" id="{0B60C6CB-3E39-4A3E-A366-48FA4698D32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メイリオ" panose="020B0604030504040204" pitchFamily="50" charset="-128"/>
                <a:ea typeface="メイリオ" panose="020B0604030504040204" pitchFamily="50" charset="-128"/>
                <a:cs typeface="Osaka" charset="-128"/>
              </a:defRPr>
            </a:lvl1pPr>
            <a:lvl2pPr marL="742950" indent="-285750">
              <a:spcBef>
                <a:spcPct val="20000"/>
              </a:spcBef>
              <a:buChar char="–"/>
              <a:defRPr kumimoji="1" sz="2800">
                <a:solidFill>
                  <a:schemeClr val="tx1"/>
                </a:solidFill>
                <a:latin typeface="メイリオ" panose="020B0604030504040204" pitchFamily="50" charset="-128"/>
                <a:ea typeface="メイリオ" panose="020B0604030504040204" pitchFamily="50" charset="-128"/>
                <a:cs typeface="Osaka" charset="-128"/>
              </a:defRPr>
            </a:lvl2pPr>
            <a:lvl3pPr marL="1143000" indent="-228600">
              <a:spcBef>
                <a:spcPct val="20000"/>
              </a:spcBef>
              <a:buChar char="•"/>
              <a:defRPr kumimoji="1" sz="2400">
                <a:solidFill>
                  <a:schemeClr val="tx1"/>
                </a:solidFill>
                <a:latin typeface="メイリオ" panose="020B0604030504040204" pitchFamily="50" charset="-128"/>
                <a:ea typeface="メイリオ" panose="020B0604030504040204" pitchFamily="50" charset="-128"/>
                <a:cs typeface="Osaka" charset="-128"/>
              </a:defRPr>
            </a:lvl3pPr>
            <a:lvl4pPr marL="16002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4pPr>
            <a:lvl5pPr marL="2057400" indent="-228600">
              <a:spcBef>
                <a:spcPct val="20000"/>
              </a:spcBef>
              <a:buChar char="»"/>
              <a:defRPr kumimoji="1" sz="2000">
                <a:solidFill>
                  <a:schemeClr val="tx1"/>
                </a:solidFill>
                <a:latin typeface="メイリオ" panose="020B0604030504040204" pitchFamily="50" charset="-128"/>
                <a:ea typeface="メイリオ" panose="020B0604030504040204" pitchFamily="50" charset="-128"/>
                <a:cs typeface="Osaka" charset="-128"/>
              </a:defRPr>
            </a:lvl5pPr>
            <a:lvl6pPr marL="25146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6pPr>
            <a:lvl7pPr marL="29718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7pPr>
            <a:lvl8pPr marL="34290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8pPr>
            <a:lvl9pPr marL="3886200" indent="-228600" eaLnBrk="0" fontAlgn="base" hangingPunct="0">
              <a:spcBef>
                <a:spcPct val="20000"/>
              </a:spcBef>
              <a:spcAft>
                <a:spcPct val="0"/>
              </a:spcAft>
              <a:buChar char="»"/>
              <a:defRPr kumimoji="1" sz="2000">
                <a:solidFill>
                  <a:schemeClr val="tx1"/>
                </a:solidFill>
                <a:latin typeface="メイリオ" panose="020B0604030504040204" pitchFamily="50" charset="-128"/>
                <a:ea typeface="メイリオ" panose="020B0604030504040204" pitchFamily="50" charset="-128"/>
                <a:cs typeface="Osaka" charset="-128"/>
              </a:defRPr>
            </a:lvl9pPr>
          </a:lstStyle>
          <a:p>
            <a:pPr>
              <a:spcBef>
                <a:spcPct val="0"/>
              </a:spcBef>
              <a:buFontTx/>
              <a:buNone/>
            </a:pPr>
            <a:fld id="{5BC0B4ED-ED9A-45BF-8E8A-038078038F1D}" type="slidenum">
              <a:rPr kumimoji="0" lang="en-US" altLang="ja-JP" sz="1600" smtClean="0"/>
              <a:pPr>
                <a:spcBef>
                  <a:spcPct val="0"/>
                </a:spcBef>
                <a:buFontTx/>
                <a:buNone/>
              </a:pPr>
              <a:t>25</a:t>
            </a:fld>
            <a:endParaRPr kumimoji="0" lang="en-US" altLang="ja-JP" sz="1600"/>
          </a:p>
        </p:txBody>
      </p:sp>
      <p:pic>
        <p:nvPicPr>
          <p:cNvPr id="35844" name="図 2">
            <a:extLst>
              <a:ext uri="{FF2B5EF4-FFF2-40B4-BE49-F238E27FC236}">
                <a16:creationId xmlns:a16="http://schemas.microsoft.com/office/drawing/2014/main" id="{AE146CD4-E7CA-4118-BD7F-15D5338F1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 y="1217613"/>
            <a:ext cx="857885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PPT_format">
  <a:themeElements>
    <a:clrScheme name="ホワイ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ホワイト">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altLang="en-US" sz="2400" b="0" i="0" u="none" strike="noStrike" cap="none" normalizeH="0" baseline="0">
            <a:ln>
              <a:noFill/>
            </a:ln>
            <a:solidFill>
              <a:srgbClr val="000000"/>
            </a:solidFill>
            <a:effectLst/>
            <a:latin typeface="Arial" charset="0"/>
            <a:ea typeface="ヒラギノ角ゴ Pro W3" charset="0"/>
            <a:cs typeface="ヒラギノ角ゴ Pro W3"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altLang="en-US" sz="2400" b="0" i="0" u="none" strike="noStrike" cap="none" normalizeH="0" baseline="0">
            <a:ln>
              <a:noFill/>
            </a:ln>
            <a:solidFill>
              <a:srgbClr val="000000"/>
            </a:solidFill>
            <a:effectLst/>
            <a:latin typeface="Arial" charset="0"/>
            <a:ea typeface="ヒラギノ角ゴ Pro W3" charset="0"/>
            <a:cs typeface="ヒラギノ角ゴ Pro W3" charset="0"/>
          </a:defRPr>
        </a:defPPr>
      </a:lstStyle>
    </a:lnDef>
  </a:objectDefaults>
  <a:extraClrSchemeLst>
    <a:extraClrScheme>
      <a:clrScheme name="ホワイ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ホワイ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ホワイ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ホワイ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ホワイ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ホワイ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ホワイト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ホワイ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ホワイ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ホワイ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ホワイ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ホワイ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309VER.ひな型】クリニック×法人_案件概要書.ppt[Compatibility Mode]" id="{A9A7A691-ECBE-45CC-BC75-65A30D8BADA3}" vid="{C416D471-CB50-4330-9212-B30B78B214F6}"/>
    </a:ext>
  </a:extLst>
</a:theme>
</file>

<file path=ppt/theme/theme2.xml><?xml version="1.0" encoding="utf-8"?>
<a:theme xmlns:a="http://schemas.openxmlformats.org/drawingml/2006/main" name="ホワイ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【202309VER.ひな型】クリニック×法人_案件概要書</Template>
  <TotalTime>46</TotalTime>
  <Words>673</Words>
  <Application>Microsoft Office PowerPoint</Application>
  <PresentationFormat>画面に合わせる (4:3)</PresentationFormat>
  <Paragraphs>249</Paragraphs>
  <Slides>25</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25</vt:i4>
      </vt:variant>
    </vt:vector>
  </HeadingPairs>
  <TitlesOfParts>
    <vt:vector size="29" baseType="lpstr">
      <vt:lpstr>メイリオ</vt:lpstr>
      <vt:lpstr>Arial</vt:lpstr>
      <vt:lpstr>Wingdings</vt:lpstr>
      <vt:lpstr>PPT_format</vt:lpstr>
      <vt:lpstr>案件概要書 【エリア●●×●●科】</vt:lpstr>
      <vt:lpstr>はじめに</vt:lpstr>
      <vt:lpstr>PowerPoint プレゼンテーション</vt:lpstr>
      <vt:lpstr>PowerPoint プレゼンテーション</vt:lpstr>
      <vt:lpstr>PowerPoint プレゼンテーション</vt:lpstr>
      <vt:lpstr>PowerPoint プレゼンテーション</vt:lpstr>
      <vt:lpstr>基本情報（法人概要①）</vt:lpstr>
      <vt:lpstr>基本情報（クリニック概要②）</vt:lpstr>
      <vt:lpstr>理事長（または院長）ご経歴　　</vt:lpstr>
      <vt:lpstr>物件概要／クリニック外観写真</vt:lpstr>
      <vt:lpstr>物件概要／クリニック写真１</vt:lpstr>
      <vt:lpstr>物件概要／クリニック写真２</vt:lpstr>
      <vt:lpstr>クリニック平面図　　</vt:lpstr>
      <vt:lpstr>従業員構成</vt:lpstr>
      <vt:lpstr>PowerPoint プレゼンテーション</vt:lpstr>
      <vt:lpstr>財務ハイライト（修正前）B/S</vt:lpstr>
      <vt:lpstr>財務ハイライトPL(修正前）　</vt:lpstr>
      <vt:lpstr>財務ハイライトPL ～経費～(修正前）　</vt:lpstr>
      <vt:lpstr>売上推移</vt:lpstr>
      <vt:lpstr>資産（機器・リース状況 ）1</vt:lpstr>
      <vt:lpstr>資産（機器・リース状況 ）２</vt:lpstr>
      <vt:lpstr>修正損益計算書（実質利益の算出）　</vt:lpstr>
      <vt:lpstr>PowerPoint プレゼンテーション</vt:lpstr>
      <vt:lpstr>譲渡条件</vt:lpstr>
      <vt:lpstr>総投資額概算</vt:lpstr>
    </vt:vector>
  </TitlesOfParts>
  <Company>Landor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案件概要書 【エリア●●×●●科】</dc:title>
  <dc:creator>齊藤　照夫</dc:creator>
  <cp:lastModifiedBy>重雄 福井</cp:lastModifiedBy>
  <cp:revision>7</cp:revision>
  <cp:lastPrinted>2009-11-04T10:54:24Z</cp:lastPrinted>
  <dcterms:created xsi:type="dcterms:W3CDTF">2023-12-27T10:30:23Z</dcterms:created>
  <dcterms:modified xsi:type="dcterms:W3CDTF">2026-03-17T07:52:50Z</dcterms:modified>
</cp:coreProperties>
</file>
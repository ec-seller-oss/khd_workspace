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医療事務・看護師さん向け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4173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Hiragino Sans"/>
              </a:rPr>
              <a:t>説明台本（このまま読めばOK）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提案資料（公式LINE）の流れに沿った、司会スクリプトです。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10515600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91440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使い方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・ふつうの文＝そのまま読むセリフ　／　（ ）＝間・トーンの指示　／　太字＝必ず言う言葉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・困ったら、この3つだけ守れば崩れません → 売り込まない／ダメ出しをもらう／皆さんが楽になる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34840"/>
            <a:ext cx="10515600" cy="9601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434840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058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今日の相手は、全員女性の事務・看護師さん。「あなたの仕事は大事」「仕事を奪わない」が伝わるトーンで、ゆっくり。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医療事務・看護師さん向け 説明台本（京橋クリニック 公式LINE）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① 冒頭の喋り出し（ここが最重要）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最初の30秒で「警戒」を解く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売り込みでない・仕事を奪わない・あなたの声が欲しい、を先に伝える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783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1783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つかみ（やわらかく・ゆっくり）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9424"/>
            <a:ext cx="10725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本日はお時間ありがとうございます。最初に、一つだけ。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今日は「売り込み」でも、皆さんのお仕事を機械に置き換える話でも、ありません。むしろ逆で——皆さんが少し楽になって、患者さんに向き合う時間を増やすための話です。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（目を見て、ゆっくり。ここで場の空気がやわらぐ。急がない）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49039"/>
            <a:ext cx="11183112" cy="1783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91440" cy="1783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58767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ダメ出しをお願いする（主役は皆さん）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69663"/>
            <a:ext cx="107259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そしてもう一つ。今日いちばん欲しいのは、皆さんの「ダメ出し」です。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受付をされている皆さんが、患者さんの動きを一番ご存知ですから。「これは要らない」「これは違う」を、どうぞ遠慮なく言ってください。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166359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（頷きを待ってから、本題へ。沈黙を怖がらない）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医療事務・看護師さん向け 説明台本（京橋クリニック 公式LINE）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② 本題の前に置く「4つの前提」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この4つを先に握ると、皆さんが安心して聞ける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本題に入る前に、ゆっくり1つずつ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①「受付の代わり」ではありません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32887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これは“受付の代わり”ではなく、面倒な一次対応を引き受ける「助手」です。皆さんの仕事を奪うものではありません。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745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745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03911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② まず1つだけ、無料で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7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全部を一度にやりません。まず1つだけ、無料で小さく試します。ご負担はかけません。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33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033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6791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③ 当院は「当日の順番受付制」のまま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61687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予約制に変える話ではありません。今のやり方は、そのままです。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7033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37033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6791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④ お薬・症状の相談は、必ず人が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61687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むずかしいご相談に自動で答えることはしません。医療の判断は、これまでどおり先生とスタッフが行います。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医療事務・看護師さん向け 説明台本（京橋クリニック 公式LINE）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③ 本題の流れ（スライドに沿って）── 前半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現状 → 比較 → 患者さんの流れ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共感を取りながら。押し付けない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8311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1143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【現状の4つの負担】のスライドで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10725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まずは、皆さんが普段感じている負担です。鳴り止まない電話、紙からカルテへの転記、待ち時間の問い合わせ、月末の忙しさ。——どれも“あるある”ですよね？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（断定せず、問いかけて頷きをもらう）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63240"/>
            <a:ext cx="11183112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7296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【よくある運用との比較】のスライドで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83864"/>
            <a:ext cx="10725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他のクリニックでは、こういう所をLINEで楽にしています。当院に当てはめると、こう変わります、というのがこの表です。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4904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（他院の事例＝安心材料として淡々と）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1118311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91440" cy="1143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6168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【患者さんの流れ】のスライドで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672584"/>
            <a:ext cx="10725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患者さんの動きで言うと——問い合わせはLINEが自動でお返事、順番が近づいたら通知、来院前にスマホで問診。受付に来た時には、もうスムーズ、という流れです。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2920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（受付が楽になる絵を、具体的に）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医療事務・看護師さん向け 説明台本（京橋クリニック 公式LINE）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③ 本題の流れ ── 後半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メリット → 実物 → 効果の測り方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「楽になる」「評価でない」を必ず添える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8311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1143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【皆さまのメリット】のスライドで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10725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事務・看護の皆さんには、電話と転記が減ります。先生には、残業と書類が減ります。どちらか一方でなく、クリニック全体が少し楽になります。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（“人を減らす”は絶対に言わない。“楽になる”で通す）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63240"/>
            <a:ext cx="11183112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7296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【実際の画面】のスライドで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83864"/>
            <a:ext cx="10725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これは作っただけの絵ではなく、もう実際に動いている本物です。あとでスマホでも触ってみてください。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4904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（実機を一緒に触る時間をつくる）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1118311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91440" cy="1143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6168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【効果の測り方】のスライドで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672584"/>
            <a:ext cx="10725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やりっぱなしにせず、電話の本数や残業を、導入の前後で一緒に測ります。これは皆さんを評価するためではなく、本当に楽になったかを確かめるためです。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2920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（“評価ではない”を必ず言い切る）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医療事務・看護師さん向け 説明台本（京橋クリニック 公式LINE）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④ ダメ出しをもらう → はじめ方 → 締め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ここが本番。皆さんに喋ってもらう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沈黙を怖がらず、待つ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83112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1325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【一緒に良くする＝ダメ出し】のスライドで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107259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ここからは、ぜひ皆さんの声を聞かせてください。他院で“これいいな”と思った仕組み、この文面や順番で伝わりにくい所、現場の困りごと——なんでも。「これは無理そう」というダメ出しが、一番ありがたい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（問いかけたら黙る。相手が話し終わるまで待つ）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1118311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【はじめ方】のスライドで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666744"/>
            <a:ext cx="1072591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やるとしても、まず1つだけ、無料で。効果が出た所から、少しずつ。合わなければ、いつでも見直せます。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（負担ゼロ・後戻りできる、を強調）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11183112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9768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8"/>
            <a:ext cx="10771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締めの言葉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18304"/>
            <a:ext cx="10725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今日いただいたダメ出しを反映して、もう一度お持ちします。皆さんと一緒に作っていけたら嬉しいです。本日は、ありがとうございました。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29200"/>
            <a:ext cx="10725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（“一緒に作る”で終わる。売り込みで終わらない）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医療事務・看護師さん向け 説明台本（京橋クリニック 公式LINE）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⑤ 言ってはいけない言葉（裏カンペ）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不安を煽る言葉は厳禁。言い換えで通す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全員女性・立場と言葉遣いに配慮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329184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3291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✗ 言ってはいけない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✗「人件費削減」「効率化で人を減らせる」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✗「仕事が減る／無くなる」（不安を煽る）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✗ 難しいIT用語（API・システム連携・OSS 等）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✗ 未確定の数字を断言（“絶対◯%減る”）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✗ 先生にだけ向けて話す（事務・看護を置き去りにしない）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28800"/>
            <a:ext cx="5486400" cy="329184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91440" cy="32918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○ こう言い換える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○「皆さんが患者さんに向き合う時間が増える」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○「面倒な一次対応を引き受ける“助手”」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○「楽になったか、一緒に確かめる」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○「まず1つだけ、無料で。いつでも見直せる」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○ 事務・看護の皆さんに、まず先に問いかける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※ 困ったら「あなたの仕事は大事です」が伝わるかを基準に、一言ずつ選ぶ。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
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TSUJIDO ｜ 近隣 権利関係マップ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74519"/>
            <a:ext cx="7040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  <a:latin typeface="Hiragino Sans"/>
              </a:rPr>
              <a:t>辻堂東海岸3-3-20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06040"/>
            <a:ext cx="7040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お隣は誰か？ 権利関係マップ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6E"/>
                </a:solidFill>
                <a:latin typeface="Hiragino Sans"/>
              </a:rPr>
              <a:t>公図＋取得謄本を突き合わせ、隣人の「登記名義（同意を取る相手）」と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E6E"/>
                </a:solidFill>
                <a:latin typeface="Hiragino Sans"/>
              </a:rPr>
              <a:t>「現地の表札（会う人）」を整理。前面道路・私道の共有者まで一枚に。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2212848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572000"/>
            <a:ext cx="22128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18304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6E6E6E"/>
                </a:solidFill>
                <a:latin typeface="Hiragino Sans"/>
              </a:rPr>
              <a:t>取得した謄本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22128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solidFill>
                  <a:srgbClr val="AA2E26"/>
                </a:solidFill>
                <a:latin typeface="Hiragino Sans"/>
              </a:rPr>
              <a:t>6筆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3824" y="4572000"/>
            <a:ext cx="2212848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63824" y="4572000"/>
            <a:ext cx="22128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4718304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6E6E6E"/>
                </a:solidFill>
                <a:latin typeface="Hiragino Sans"/>
              </a:rPr>
              <a:t>お隣の登記名義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5029200"/>
            <a:ext cx="22128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solidFill>
                  <a:srgbClr val="AA2E26"/>
                </a:solidFill>
                <a:latin typeface="Hiragino Sans"/>
              </a:rPr>
              <a:t>別人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4688" y="4572000"/>
            <a:ext cx="2212848" cy="1143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04688" y="4572000"/>
            <a:ext cx="2212848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4688" y="4718304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6E6E6E"/>
                </a:solidFill>
                <a:latin typeface="Hiragino Sans"/>
              </a:rPr>
              <a:t>私道(共有)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5029200"/>
            <a:ext cx="22128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solidFill>
                  <a:srgbClr val="AA2E26"/>
                </a:solidFill>
                <a:latin typeface="Hiragino Sans"/>
              </a:rPr>
              <a:t>無し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053328"/>
            <a:ext cx="68580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163056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Hiragino Sans"/>
              </a:rPr>
              <a:t>テナントアシスト・ウイン  ｜  菊池 研太  ｜  2026-06-17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280160"/>
            <a:ext cx="3611880" cy="50749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28016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sujido_kouz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919" y="1444752"/>
            <a:ext cx="3159800" cy="44714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83879" y="6062472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E6E6E"/>
                </a:solidFill>
                <a:latin typeface="Hiragino Sans"/>
              </a:rPr>
              <a:t>公図（7239-245ほか・2025/6/24取得）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辻堂東海岸3-3-20  ｜  近隣 権利関係マップ（2026-06-17時点）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KEY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結論：名義人＝同意を取る相手／表札＝現地で会う人（別人）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ここを取り違えると交渉が空回りする。福井さんも曖昧なので、まずこの3点を握る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83112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09728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659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Hiragino Sans"/>
              </a:rPr>
              <a:t>関口さん＝表札（居住者）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441448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福井さんが現地・南側で会った人の表札が「関口」。だが南側の登記名義（449=柏木ら／738=有川／739=宮崎）に関口はいない＝居住者の可能性。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37560"/>
            <a:ext cx="11183112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109728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0168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204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Hiragino Sans"/>
              </a:rPr>
              <a:t>「藤本」という別登記は無い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995928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738/739を取得して表札と一致するか照合した際のラベル。登記名義はあくまで有川・宮崎で、藤本という名義は存在しない。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92040"/>
            <a:ext cx="11183112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92040"/>
            <a:ext cx="109728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84648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07492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1A1A"/>
                </a:solidFill>
                <a:latin typeface="Hiragino Sans"/>
              </a:rPr>
              <a:t>同意を取る相手＝登記名義人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5550408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南側ブロック後退（駐車解消）の同意は、登記名義人＝7239-449の柏木ら4名 全員から取る必要がある。関口さんは関係づくりに有効だが、ハンコを持つ人ではない。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辻堂東海岸3-3-20  ｜  近隣 権利関係マップ（2026-06-17時点）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位置関係 ── 公図で見る並び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住居表示の並び（3-3-19→24）と地番・名義を対応。★が対象地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4572000" cy="4572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45720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sujido_kouz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718" y="1810512"/>
            <a:ext cx="2804403" cy="39684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2531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6E6E6E"/>
                </a:solidFill>
                <a:latin typeface="Hiragino Sans"/>
              </a:rPr>
              <a:t>公図（辻堂東海岸三丁目7239番台）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691640"/>
            <a:ext cx="6263640" cy="60350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0680" y="1691640"/>
            <a:ext cx="91440" cy="60350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1746504"/>
            <a:ext cx="1143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3-3-19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746504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7239-246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46504"/>
            <a:ext cx="1691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櫻井 照雄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746504"/>
            <a:ext cx="1645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北隣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2386584"/>
            <a:ext cx="6263640" cy="603504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2386584"/>
            <a:ext cx="91440" cy="60350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2441448"/>
            <a:ext cx="1143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3-3-20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441448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7239-245+985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41448"/>
            <a:ext cx="1691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松井・大石ほか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441448"/>
            <a:ext cx="1645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★対象地（売主=松井）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3081528"/>
            <a:ext cx="6263640" cy="60350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0680" y="3081528"/>
            <a:ext cx="91440" cy="60350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41848" y="3136392"/>
            <a:ext cx="1143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3-3-21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136392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7239-739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36392"/>
            <a:ext cx="1691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宮崎 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136392"/>
            <a:ext cx="1645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隣接・きれい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3776472"/>
            <a:ext cx="6263640" cy="60350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0680" y="3776472"/>
            <a:ext cx="91440" cy="60350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41848" y="3831336"/>
            <a:ext cx="1143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3-3-22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831336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7239-738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31336"/>
            <a:ext cx="1691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有川 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831336"/>
            <a:ext cx="1645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隣接・⚠仮差押+抵当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4471416"/>
            <a:ext cx="6263640" cy="60350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4471416"/>
            <a:ext cx="91440" cy="60350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41848" y="4526280"/>
            <a:ext cx="1143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3-3-23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526280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7239-641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526280"/>
            <a:ext cx="1691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小池 元壽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526280"/>
            <a:ext cx="1645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0.43㎡の残地（私道でない）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80" y="5166360"/>
            <a:ext cx="6263640" cy="603504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40680" y="5166360"/>
            <a:ext cx="91440" cy="60350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41848" y="5221224"/>
            <a:ext cx="1143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3-3-24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221224"/>
            <a:ext cx="15544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7239-449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221224"/>
            <a:ext cx="16916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柏木ら4名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5221224"/>
            <a:ext cx="16459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Hiragino Sans"/>
              </a:rPr>
              <a:t>南隣＝本丸（4名同意要）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879592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8C241D"/>
                </a:solidFill>
                <a:latin typeface="Hiragino Sans"/>
              </a:rPr>
              <a:t>※「関口」は南側の現地表札（居住者）で、上記いずれの登記名義とも不一致＝別人。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辻堂東海岸3-3-20  ｜  近隣 権利関係マップ（2026-06-17時点）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RIGHTS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権利関係 一覧 ── 取得謄本ベース（登記名義＝同意を取る相手）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「現地の表札」列は福井さんが会った人。名義と表札が別なら、まず名義人を押さえる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91640"/>
          <a:ext cx="11365992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143000"/>
                <a:gridCol w="3246120"/>
                <a:gridCol w="914400"/>
                <a:gridCol w="1691640"/>
                <a:gridCol w="2679192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地番</a:t>
                      </a:r>
                    </a:p>
                  </a:txBody>
                  <a:tcPr anchor="ctr" marL="73152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住居表示</a:t>
                      </a:r>
                    </a:p>
                  </a:txBody>
                  <a:tcPr anchor="ctr" marL="73152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登記名義人（同意を取る相手）</a:t>
                      </a:r>
                    </a:p>
                  </a:txBody>
                  <a:tcPr anchor="ctr" marL="73152" marR="54864" marT="27432" marB="27432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持分</a:t>
                      </a:r>
                    </a:p>
                  </a:txBody>
                  <a:tcPr anchor="ctr" marL="73152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現地の表札</a:t>
                      </a:r>
                    </a:p>
                  </a:txBody>
                  <a:tcPr anchor="ctr" marL="73152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Hiragino Sans"/>
                        </a:rPr>
                        <a:t>メモ</a:t>
                      </a:r>
                    </a:p>
                  </a:txBody>
                  <a:tcPr anchor="ctr" marL="73152" marR="54864" marT="27432" marB="27432">
                    <a:solidFill>
                      <a:srgbClr val="AA2E2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7239-245+985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3-3-20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A2E26"/>
                          </a:solidFill>
                          <a:latin typeface="Hiragino Sans"/>
                        </a:rPr>
                        <a:t>松井弘枝・敏行／大石3名</a:t>
                      </a:r>
                    </a:p>
                  </a:txBody>
                  <a:tcPr anchor="ctr" marL="73152" marR="54864" marT="27432" marB="27432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対象地（売主=松井）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7239-246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3-3-19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A2E26"/>
                          </a:solidFill>
                          <a:latin typeface="Hiragino Sans"/>
                        </a:rPr>
                        <a:t>櫻井 照雄</a:t>
                      </a:r>
                    </a:p>
                  </a:txBody>
                  <a:tcPr anchor="ctr" marL="73152" marR="54864" marT="27432" marB="27432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単独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北隣・筆界確認済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7239-739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3-3-21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A2E26"/>
                          </a:solidFill>
                          <a:latin typeface="Hiragino Sans"/>
                        </a:rPr>
                        <a:t>宮崎 茂</a:t>
                      </a:r>
                    </a:p>
                  </a:txBody>
                  <a:tcPr anchor="ctr" marL="73152" marR="54864" marT="27432" marB="27432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単独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S57取得・権利関係きれい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7239-738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3-3-22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A2E26"/>
                          </a:solidFill>
                          <a:latin typeface="Hiragino Sans"/>
                        </a:rPr>
                        <a:t>有川 龍</a:t>
                      </a:r>
                    </a:p>
                  </a:txBody>
                  <a:tcPr anchor="ctr" marL="73152" marR="54864" marT="27432" marB="27432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単独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⚠仮差押(R7/2/4)＋抵当多数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7239-449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3-3-24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A2E26"/>
                          </a:solidFill>
                          <a:latin typeface="Hiragino Sans"/>
                        </a:rPr>
                        <a:t>柏木・菊池英一・清水2名</a:t>
                      </a:r>
                    </a:p>
                  </a:txBody>
                  <a:tcPr anchor="ctr" marL="73152" marR="54864" marT="27432" marB="27432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1/4等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関口（居住者）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南隣＝本丸・4名全員同意要</a:t>
                      </a:r>
                    </a:p>
                  </a:txBody>
                  <a:tcPr anchor="ctr" marL="73152" marR="54864" marT="27432" marB="27432">
                    <a:solidFill>
                      <a:srgbClr val="F1ECE1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7239-641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3-3-23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AA2E26"/>
                          </a:solidFill>
                          <a:latin typeface="Hiragino Sans"/>
                        </a:rPr>
                        <a:t>小池 元壽</a:t>
                      </a:r>
                    </a:p>
                  </a:txBody>
                  <a:tcPr anchor="ctr" marL="73152" marR="54864" marT="27432" marB="27432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単独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—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738/739の親番・0.43㎡の残地</a:t>
                      </a:r>
                    </a:p>
                  </a:txBody>
                  <a:tcPr anchor="ctr" marL="73152" marR="54864" marT="27432" marB="27432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03504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8C241D"/>
                </a:solidFill>
                <a:latin typeface="Hiragino Sans"/>
              </a:rPr>
              <a:t>★南側ブロック後退の同意権者＝7239-449の柏木ら4名全員。関口さんは表札（居住者）で同意権者ではない。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辻堂東海岸3-3-20  ｜  近隣 権利関係マップ（2026-06-17時点）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KEY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関口さんは誰か／駐車交渉に意味はあるか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近隣6筆の登記名義を全照合した結論。福井さんの「デメリット」質問への実質的な答え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83112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109728" cy="11887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関口さん＝南側隣地（7239-449・3-3-24）の居住者。登記の所有者ではない。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7627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近隣6筆の名義を全照合→関口は所有者に不在。その土地7239-449の名義は柏木洋子・菊池英一・清水信敬・清水澄子の4名共有。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63240"/>
            <a:ext cx="11183112" cy="777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731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AA2E26"/>
                </a:solidFill>
                <a:latin typeface="Hiragino Sans"/>
              </a:rPr>
              <a:t>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3639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関口さん単独では駐車は空かない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483864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名義人ではない＝ブロック後退の同意権が無い。関口さんとの交渉だけでは前進しない。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59352"/>
            <a:ext cx="11183112" cy="777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123944"/>
            <a:ext cx="731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AA2E26"/>
                </a:solidFill>
                <a:latin typeface="Hiragino Sans"/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32504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ただし名義人4名への「入口」にはなる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379976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449世帯の住人で、福井さんが既に関係構築済。名義人4名へ当たる糸口として活かせる。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55464"/>
            <a:ext cx="11183112" cy="7772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020056"/>
            <a:ext cx="731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AA2E26"/>
                </a:solidFill>
                <a:latin typeface="Hiragino Sans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28616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本丸＝4名全員の同意（難度高）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276088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共有4名の全員合意が必須。1人反対で不成立。長期化すれば金利(10/30満了)で粗利が溶ける。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870448"/>
            <a:ext cx="11183112" cy="5029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870448"/>
            <a:ext cx="9144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8C241D"/>
                </a:solidFill>
                <a:latin typeface="Hiragino Sans"/>
              </a:rPr>
              <a:t>結論：「隣に空けてもらう」で駐車確保は現実性が低い（相手4名・全員同意・他人）。本線は荻原3,400万の業者買取。交渉はやるなら期限付き、ダメなら荻原。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辻堂東海岸3-3-20  ｜  近隣 権利関係マップ（2026-06-17時点）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ROAD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前面道路は私道か？ ── 結論：共有の私道は無し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親番7239-641まで取得して確認。738/739/641すべて単独所有で、共有名義の道路は存在しない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09728" cy="1234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933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①  738/739/641すべて単独所有だった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50592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7239-738＝有川龍／7239-739＝宮崎茂／親番7239-641＝小池元壽（3-3-23）。いずれも単独で、共有名義の土地は無い。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18688"/>
            <a:ext cx="11183112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18688"/>
            <a:ext cx="109728" cy="1234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②  7239-641は0.43㎡の極小残地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8404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208㎡から738・739を分筆した残り＝わずか0.43㎡の宅地。道路として機能する共有地ではなかった。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08576"/>
            <a:ext cx="11183112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608576"/>
            <a:ext cx="109728" cy="1234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7316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③  結論：共有の私道は存在しない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23036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「道路の共有者」に当たる共有私道は無し。前面道路は公道（または共有でない通路）。＝この論点はクローズ。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辻堂東海岸3-3-20  ｜  近隣 権利関係マップ（2026-06-17時点）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Hiragino Sans"/>
              </a:rPr>
              <a:t>次の一手 ＆ 現地 航空写真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名義と表札の橋渡しを確定し、私道を押さえる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577840" cy="4160520"/>
          </a:xfrm>
          <a:prstGeom prst="rect">
            <a:avLst/>
          </a:prstGeom>
          <a:solidFill>
            <a:srgbClr val="ECE8D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AA2E26"/>
                </a:solidFill>
                <a:latin typeface="Hiragino Sans"/>
              </a:rPr>
              <a:t>Googleマップ 航空写真（貼付枠）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5212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辻堂東海岸3-3-20 を航空写真でスクショ→ここに貼付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（細い住宅街道路に面した密集地・前面道路の確認用）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330952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783080"/>
            <a:ext cx="640080" cy="1234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2938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福井さんに確認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33172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「関口さんは449の名義4名（柏木ら）とどういう関係か＝家族か単なる居住者か」を一言。名義⇔表札の橋渡しが最短で埋まる。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154680"/>
            <a:ext cx="5330952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154680"/>
            <a:ext cx="640080" cy="1234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4747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30098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荻原3,400万を本線に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70332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駐車交渉は4名全員同意で難度高。確実な出口＝荻原の業者買取を本線に、交渉は期限付きの上振れ狙いに位置づけ。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526280"/>
            <a:ext cx="5330952" cy="1234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4526280"/>
            <a:ext cx="640080" cy="1234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8463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67258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一覧をDBへ反映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507492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確定後、この権利関係マップを物件管理DB／案件シートへ反映し、交渉相手リストを確定。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
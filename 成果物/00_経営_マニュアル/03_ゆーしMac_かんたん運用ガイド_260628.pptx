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YUUSHI ｜ かんたん運用ガイド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011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Hiragino Sans"/>
              </a:rPr>
              <a:t>パソコンで クロードを使う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AA2E26"/>
                </a:solidFill>
                <a:latin typeface="Hiragino Sans"/>
              </a:rPr>
              <a:t>― 自宅のMacに「入って」使うだけ 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6E6E"/>
                </a:solidFill>
                <a:latin typeface="Hiragino Sans"/>
              </a:rPr>
              <a:t>むずかしいことは、考えなくてOK 🙆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6E6E"/>
                </a:solidFill>
                <a:latin typeface="Hiragino Sans"/>
              </a:rPr>
              <a:t>インストールも、同期も、もう要りません。Chromeを開いて入るだけ。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02920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1389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今までのやり方（自分のMacで動かす）は、もうやめてOK。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50468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Hiragino Sans"/>
              </a:rPr>
              <a:t>これからは「菊池さんの自宅Mac（ずっと起動中）」に入って、いつものクロードを使います。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722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KHD  ｜  菊池 研太  ｜ 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かんたん運用ガイド  ｜  困ったら 菊池さんにLINE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WHY IT WORKS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Hiragino Sans"/>
              </a:rPr>
              <a:t>なんで前は使えなかった？ ── 今は大丈夫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Hiragino Sans"/>
              </a:rPr>
              <a:t>“クロードと会社のデータがある場所”に入るかどうか、の違いだけ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2743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64008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6E6E6E"/>
                </a:solidFill>
                <a:latin typeface="Hiragino Sans"/>
              </a:rPr>
              <a:t>😣 前（自分のMacで動かす）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06040"/>
            <a:ext cx="49377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自分のMacでクロードを起動した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118104"/>
            <a:ext cx="49377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でも 会社のデータ・記憶が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630168"/>
            <a:ext cx="49377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　そのMacに入っていなかった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142232"/>
            <a:ext cx="49377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C241D"/>
                </a:solidFill>
                <a:latin typeface="Hiragino Sans"/>
              </a:rPr>
              <a:t>→「何も知らないクロード」になり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654296"/>
            <a:ext cx="49377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C241D"/>
                </a:solidFill>
                <a:latin typeface="Hiragino Sans"/>
              </a:rPr>
              <a:t>　使えなかった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486400" cy="2743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1783080"/>
            <a:ext cx="5486400" cy="64008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7D46"/>
                </a:solidFill>
                <a:latin typeface="Hiragino Sans"/>
              </a:rPr>
              <a:t>🙆 今（自宅Macに入って使う）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40"/>
            <a:ext cx="49377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菊池さんの自宅Mac（24時間 起動）に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18104"/>
            <a:ext cx="49377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　Chromeで“入って”使う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30168"/>
            <a:ext cx="49377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そこに 全データ・記憶が そろってる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42232"/>
            <a:ext cx="49377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7D46"/>
                </a:solidFill>
                <a:latin typeface="Hiragino Sans"/>
              </a:rPr>
              <a:t>→ 最初から「いつものクロード」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654296"/>
            <a:ext cx="493776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7D46"/>
                </a:solidFill>
                <a:latin typeface="Hiragino Sans"/>
              </a:rPr>
              <a:t>　インストールも同期も要らない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00600"/>
            <a:ext cx="11183112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800600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00600"/>
            <a:ext cx="10607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C241D"/>
                </a:solidFill>
                <a:latin typeface="Hiragino Sans"/>
              </a:rPr>
              <a:t>ゆーしのMac＝ただの「窓口」。本物のクロードと会社のデータは、菊池さんの自宅Macの中にあります。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かんたん運用ガイド  ｜  困ったら 菊池さんにLINE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FIRST TIME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Hiragino Sans"/>
              </a:rPr>
              <a:t>最初の1回だけ ── ほぼ菊池さんがやります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Hiragino Sans"/>
              </a:rPr>
              <a:t>ゆーしは「準備できたよ」の連絡を待つだけでOK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6949440" cy="4114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6949440" cy="640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AA2E26"/>
                </a:solidFill>
                <a:latin typeface="Hiragino Sans"/>
              </a:rPr>
              <a:t>菊池さんがやること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060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A1A1A"/>
                </a:solidFill>
                <a:latin typeface="Hiragino Sans"/>
              </a:rPr>
              <a:t>① 自宅の旧Mac（ずっと起動中）に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15468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E6E6E"/>
                </a:solidFill>
                <a:latin typeface="Hiragino Sans"/>
              </a:rPr>
              <a:t>　Chromeリモートデスクトップを設定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70332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A1A1A"/>
                </a:solidFill>
                <a:latin typeface="Hiragino Sans"/>
              </a:rPr>
              <a:t>② ゆーしのChromeに「母艦Mac」が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25196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E6E6E"/>
                </a:solidFill>
                <a:latin typeface="Hiragino Sans"/>
              </a:rPr>
              <a:t>　出るように共有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80060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A1A1A"/>
                </a:solidFill>
                <a:latin typeface="Hiragino Sans"/>
              </a:rPr>
              <a:t>③ 数字のパスワード（PIN）をLINEで渡す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34924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A1A1A"/>
                </a:solidFill>
                <a:latin typeface="Hiragino Sans"/>
              </a:rPr>
              <a:t>④「準備できたよ」とゆーしに連絡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1783080"/>
            <a:ext cx="4050791" cy="4114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1783080"/>
            <a:ext cx="4050791" cy="64008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1965960"/>
            <a:ext cx="3593591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7D46"/>
                </a:solidFill>
                <a:latin typeface="Hiragino Sans"/>
              </a:rPr>
              <a:t>ゆーしがやること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2606040"/>
            <a:ext cx="3502151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Chromeが入っているか だけ確認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3136392"/>
            <a:ext cx="3502151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（無ければ google.com/chrome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3666744"/>
            <a:ext cx="3502151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　からインストール）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4197096"/>
            <a:ext cx="3502151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4727448"/>
            <a:ext cx="3502151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あとは菊池さんの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5257800"/>
            <a:ext cx="3502151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7D46"/>
                </a:solidFill>
                <a:latin typeface="Hiragino Sans"/>
              </a:rPr>
              <a:t>「準備できたよ」を 待つ 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かんたん運用ガイド  ｜  困ったら 菊池さんにLINE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EVERY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Hiragino Sans"/>
              </a:rPr>
              <a:t>毎日の使い方 ── たった4ステップ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Hiragino Sans"/>
              </a:rPr>
              <a:t>上から順にやるだけ。覚えなくて大丈夫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874519"/>
            <a:ext cx="749808" cy="74980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1874519"/>
            <a:ext cx="10058400" cy="74980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00200" y="1874519"/>
            <a:ext cx="73152" cy="7498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74519" y="1874519"/>
            <a:ext cx="96012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Hiragino Sans"/>
              </a:rPr>
              <a:t>Chrome（カラフルな丸）を 開く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953511"/>
            <a:ext cx="749808" cy="74980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53511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2953511"/>
            <a:ext cx="10058400" cy="74980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0200" y="2953511"/>
            <a:ext cx="73152" cy="7498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3044951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Hiragino Sans"/>
              </a:rPr>
              <a:t>「母艦Mac」を 押す → 数字パスワードを入れる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410711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菊池さんからもらったPIN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032503"/>
            <a:ext cx="749808" cy="74980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32503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00200" y="4032503"/>
            <a:ext cx="10058400" cy="74980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00200" y="4032503"/>
            <a:ext cx="73152" cy="7498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74519" y="4123943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Hiragino Sans"/>
              </a:rPr>
              <a:t>いつものクロードに「○○して」と 話しかける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489703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ふつうに日本語で書くだけ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5111495"/>
            <a:ext cx="749808" cy="749808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11495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00200" y="5111495"/>
            <a:ext cx="10058400" cy="749808"/>
          </a:xfrm>
          <a:prstGeom prst="rect">
            <a:avLst/>
          </a:prstGeom>
          <a:solidFill>
            <a:srgbClr val="F1ECE1"/>
          </a:solidFill>
          <a:ln w="1016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5111495"/>
            <a:ext cx="73152" cy="7498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19" y="5202935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Hiragino Sans"/>
              </a:rPr>
              <a:t>終わったら、まどを 閉じる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568695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E6E6E"/>
                </a:solidFill>
                <a:latin typeface="Hiragino Sans"/>
              </a:rPr>
              <a:t>保存はクロードがやる。何もしなくてOK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かんたん運用ガイド  ｜  困ったら 菊池さんにLINE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CHECK &amp; HELP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Hiragino Sans"/>
              </a:rPr>
              <a:t>入れたか確認 ＆ 困った時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E6E6E"/>
                </a:solidFill>
                <a:latin typeface="Hiragino Sans"/>
              </a:rPr>
              <a:t>この2つだけ覚えておけばOK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5486400" cy="2834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5486400" cy="64008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E7D46"/>
                </a:solidFill>
                <a:latin typeface="Hiragino Sans"/>
              </a:rPr>
              <a:t>✅ 入れたか の確認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060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クロードの画面で /company と打つ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1546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E7D46"/>
                </a:solidFill>
                <a:latin typeface="Hiragino Sans"/>
              </a:rPr>
              <a:t>→ 秘書が出てくれば 成功 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7033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「同期して」と言うと、最新の状態に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2519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　なります（最初に1回 言えばOK）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783080"/>
            <a:ext cx="5486400" cy="283464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783080"/>
            <a:ext cx="5486400" cy="64008"/>
          </a:xfrm>
          <a:prstGeom prst="rect">
            <a:avLst/>
          </a:prstGeom>
          <a:solidFill>
            <a:srgbClr val="8C2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1965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8C241D"/>
                </a:solidFill>
                <a:latin typeface="Hiragino Sans"/>
              </a:rPr>
              <a:t>🆘 困った時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赤い字・エラーが出たら、何も触らず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15468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8C241D"/>
                </a:solidFill>
                <a:latin typeface="Hiragino Sans"/>
              </a:rPr>
              <a:t>　画面をスクショ → 菊池さんにLINE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033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A1A1A"/>
                </a:solidFill>
                <a:latin typeface="Hiragino Sans"/>
              </a:rPr>
              <a:t>何回やり直しても Macは壊れません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5196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E6E6E"/>
                </a:solidFill>
                <a:latin typeface="Hiragino Sans"/>
              </a:rPr>
              <a:t>わからない時は、まず菊池さんに聞く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92040"/>
            <a:ext cx="11183112" cy="9144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892040"/>
            <a:ext cx="91440" cy="9144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92040"/>
            <a:ext cx="10607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C241D"/>
                </a:solidFill>
                <a:latin typeface="Hiragino Sans"/>
              </a:rPr>
              <a:t>⚠️ ひとつだけ：菊池さんが作業中の案件は、同時に書かないで（先にLINEで一声）。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10058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ゆーしMac かんたん運用ガイド  ｜  困ったら 菊池さんにLINE  ｜  2026-06-28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Hiragino Sans"/>
              </a:rPr>
              <a:t>これだけ覚えればOK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11183112" cy="24688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83112" cy="6400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725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AA2E26"/>
                </a:solidFill>
                <a:latin typeface="Hiragino Sans"/>
              </a:rPr>
              <a:t>毎日の流れ（コピーして手元に）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68880"/>
            <a:ext cx="106344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Hiragino Sans"/>
              </a:rPr>
              <a:t>1. Chromeを開く　→　2.「母艦Mac」を押す（数字PIN）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108960"/>
            <a:ext cx="106344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A1A1A"/>
                </a:solidFill>
                <a:latin typeface="Hiragino Sans"/>
              </a:rPr>
              <a:t>3. クロードに「○○して」と話しかける　→　4. 終わったら窓を閉じる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749040"/>
            <a:ext cx="1063447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6E6E6E"/>
                </a:solidFill>
                <a:latin typeface="Hiragino Sans"/>
              </a:rPr>
              <a:t>※ 最初の1回だけ「同期して」。保存はクロードが自動。困ったらスクショ→LINE。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389120"/>
            <a:ext cx="11183112" cy="13716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4389120"/>
            <a:ext cx="91440" cy="1371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8C241D"/>
                </a:solidFill>
                <a:latin typeface="Hiragino Sans"/>
              </a:rPr>
              <a:t>あなたは「話しかける」だけ。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Hiragino Sans"/>
              </a:rPr>
              <a:t>インストールも同期も、もう気にしなくて大丈夫。Chromeで入って、いつも通り頼むだけです。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
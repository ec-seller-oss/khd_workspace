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50800" cy="60350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A2E26"/>
                </a:solidFill>
                <a:latin typeface="Hiragino Sans"/>
              </a:rPr>
              <a:t>YUUSHI MAC SETUP MANUAL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92024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1A1A1A"/>
                </a:solidFill>
                <a:latin typeface="Hiragino Sans"/>
              </a:rPr>
              <a:t>ゆーしMac セットアップ・マニュアル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AA2E26"/>
                </a:solidFill>
                <a:latin typeface="Hiragino Sans"/>
              </a:rPr>
              <a:t>自分のMacで Claude を動かすまで（インストール完全版）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E6E6E"/>
                </a:solidFill>
                <a:latin typeface="Hiragino Sans"/>
              </a:rPr>
              <a:t>アプリ名・メニュー名・コマンドまで、この通りに進めればOK。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6E6E6E"/>
                </a:solidFill>
                <a:latin typeface="Hiragino Sans"/>
              </a:rPr>
              <a:t>所要 約60分。つまずいたら、その画面をスクショして菊池さんにLINE。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572000"/>
            <a:ext cx="10515600" cy="10972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4572000"/>
            <a:ext cx="105156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70916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用意するもの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0292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  <a:latin typeface="Hiragino Sans"/>
              </a:rPr>
              <a:t>・Mac（ゆーし）　・ネット環境　・菊池さんから受け取る“ログイン情報・フォルダのパス”（★の所で使う）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5943600"/>
            <a:ext cx="10515600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Hiragino Sans"/>
              </a:rPr>
              <a:t>KHD  ｜  菊池 研太  ｜  2026-06-26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ゆーしMac セットアップ・マニュアル  ｜  KHD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Hiragino Sans"/>
              </a:rPr>
              <a:t>2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A1A1A"/>
                </a:solidFill>
                <a:latin typeface="Hiragino Sans"/>
              </a:rPr>
              <a:t>全体の流れ ── 7ステップ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上から順にやればOK。★は菊池さんと連携する所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1828800"/>
            <a:ext cx="512064" cy="512064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iragino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828800"/>
            <a:ext cx="4663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Hiragino Sans"/>
              </a:rPr>
              <a:t>ターミナルを開く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670048"/>
            <a:ext cx="512064" cy="512064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70048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iragino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670048"/>
            <a:ext cx="4663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Hiragino Sans"/>
              </a:rPr>
              <a:t>開発ツール(git)を入れる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511296"/>
            <a:ext cx="512064" cy="512064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51129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iragino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511296"/>
            <a:ext cx="4663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Hiragino Sans"/>
              </a:rPr>
              <a:t>Node.js を入れる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4352544"/>
            <a:ext cx="512064" cy="512064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352544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iragino San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352544"/>
            <a:ext cx="4663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Hiragino Sans"/>
              </a:rPr>
              <a:t>Claude Code を入れて ログイン ★</a:t>
            </a:r>
          </a:p>
        </p:txBody>
      </p:sp>
      <p:sp>
        <p:nvSpPr>
          <p:cNvPr id="21" name="Oval 20"/>
          <p:cNvSpPr/>
          <p:nvPr/>
        </p:nvSpPr>
        <p:spPr>
          <a:xfrm>
            <a:off x="6583680" y="1828800"/>
            <a:ext cx="512064" cy="512064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828800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iragino San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1828800"/>
            <a:ext cx="4663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Hiragino Sans"/>
              </a:rPr>
              <a:t>Google Drive を入れる ★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0" y="2670048"/>
            <a:ext cx="512064" cy="512064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2670048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iragino San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2670048"/>
            <a:ext cx="4663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Hiragino Sans"/>
              </a:rPr>
              <a:t>データを取り込む(clone) ★</a:t>
            </a:r>
          </a:p>
        </p:txBody>
      </p:sp>
      <p:sp>
        <p:nvSpPr>
          <p:cNvPr id="27" name="Oval 26"/>
          <p:cNvSpPr/>
          <p:nvPr/>
        </p:nvSpPr>
        <p:spPr>
          <a:xfrm>
            <a:off x="6583680" y="3511296"/>
            <a:ext cx="512064" cy="512064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351129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iragino Sans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3511296"/>
            <a:ext cx="4663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Hiragino Sans"/>
              </a:rPr>
              <a:t>起動して /company で確認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0" y="5212080"/>
            <a:ext cx="5669280" cy="45720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35040" y="5212080"/>
            <a:ext cx="73152" cy="4572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5212080"/>
            <a:ext cx="5394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8C241D"/>
                </a:solidFill>
                <a:latin typeface="Hiragino Sans"/>
              </a:rPr>
              <a:t>★ ★3箇所は、菊池さんから情報をもらってから進む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ゆーしMac セットアップ・マニュアル  ｜  KHD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Hiragino Sans"/>
              </a:rPr>
              <a:t>3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BEFORE YOU START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A1A1A"/>
                </a:solidFill>
                <a:latin typeface="Hiragino Sans"/>
              </a:rPr>
              <a:t>事前に 菊池さんから受け取るもの（★）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この4つが揃ってから始めるとスムーズ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1064240" cy="841248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91440" cy="84124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84247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Hiragino Sans"/>
              </a:rPr>
              <a:t>① Claudeのログイン情報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984247"/>
            <a:ext cx="5303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6E6E6E"/>
                </a:solidFill>
                <a:latin typeface="Hiragino Sans"/>
              </a:rPr>
              <a:t>claudeに入る時に使う（菊池さんの案内に従う）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862071"/>
            <a:ext cx="11064240" cy="841248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862071"/>
            <a:ext cx="91440" cy="84124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971799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Hiragino Sans"/>
              </a:rPr>
              <a:t>② Google Driveの入り方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971799"/>
            <a:ext cx="5303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6E6E6E"/>
                </a:solidFill>
                <a:latin typeface="Hiragino Sans"/>
              </a:rPr>
              <a:t>どのアカウントで入るか／フォルダの共有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849623"/>
            <a:ext cx="11064240" cy="841248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849623"/>
            <a:ext cx="91440" cy="84124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959351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Hiragino Sans"/>
              </a:rPr>
              <a:t>③ 取り込むフォルダの正確なパス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959351"/>
            <a:ext cx="5303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6E6E6E"/>
                </a:solidFill>
                <a:latin typeface="Hiragino Sans"/>
              </a:rPr>
              <a:t>STEP6のgit cloneでそのまま貼る1行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837175"/>
            <a:ext cx="11064240" cy="841248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837175"/>
            <a:ext cx="91440" cy="84124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946903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Hiragino Sans"/>
              </a:rPr>
              <a:t>④ つなぐ連携(MCP)はどれか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4946903"/>
            <a:ext cx="5303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6E6E6E"/>
                </a:solidFill>
                <a:latin typeface="Hiragino Sans"/>
              </a:rPr>
              <a:t>必要なものだけ。菊池さんが指定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ゆーしMac セットアップ・マニュアル  ｜  KHD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Hiragino Sans"/>
              </a:rPr>
              <a:t>4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STEP 1-2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A1A1A"/>
                </a:solidFill>
                <a:latin typeface="Hiragino Sans"/>
              </a:rPr>
              <a:t>ターミナルを開く → 開発ツール(git)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“ターミナル”は文字でMacに命令する黒い画面。こわくない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1783080"/>
            <a:ext cx="457200" cy="457200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7830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Hiragino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783080"/>
            <a:ext cx="10058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Hiragino Sans"/>
              </a:rPr>
              <a:t>ターミナルを開く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28600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E6E6E"/>
                </a:solidFill>
                <a:latin typeface="Hiragino Sans"/>
              </a:rPr>
              <a:t>Finder →「アプリケーション」→「ユーティリティ」→「ターミナル」をダブルクリック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6E6E6E"/>
                </a:solidFill>
                <a:latin typeface="Hiragino Sans"/>
              </a:rPr>
              <a:t>（早い方法：⌘+スペース →「ターミナル」と打ってEnter）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3291840"/>
            <a:ext cx="457200" cy="457200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29184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Hiragino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291840"/>
            <a:ext cx="10058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Hiragino Sans"/>
              </a:rPr>
              <a:t>開発ツール(git)を入れる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79476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E6E6E"/>
                </a:solidFill>
                <a:latin typeface="Hiragino Sans"/>
              </a:rPr>
              <a:t>ターミナルに下を貼ってEnter → 出た窓で「インストール」をクリック → 終わるまで待つ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88720" y="4206240"/>
            <a:ext cx="7772400" cy="548640"/>
          </a:xfrm>
          <a:prstGeom prst="rect">
            <a:avLst/>
          </a:prstGeom>
          <a:solidFill>
            <a:srgbClr val="2C2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4325112"/>
            <a:ext cx="7452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1ECE1"/>
                </a:solidFill>
                <a:latin typeface="Menlo"/>
              </a:rPr>
              <a:t>xcode-select --install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5486400"/>
            <a:ext cx="73152" cy="4572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486400"/>
            <a:ext cx="10789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8C241D"/>
                </a:solidFill>
                <a:latin typeface="Hiragino Sans"/>
              </a:rPr>
              <a:t>★ うまくいかない時は、ターミナルの画面をスクショして菊池さんにLINE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ゆーしMac セットアップ・マニュアル  ｜  KHD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Hiragino Sans"/>
              </a:rPr>
              <a:t>5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STEP 3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A1A1A"/>
                </a:solidFill>
                <a:latin typeface="Hiragino Sans"/>
              </a:rPr>
              <a:t>Node.js を入れる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Claudeを動かすための土台ソフト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1828800"/>
            <a:ext cx="420624" cy="420624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Hiragino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828800"/>
            <a:ext cx="104241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1A1A1A"/>
                </a:solidFill>
                <a:latin typeface="Hiragino Sans"/>
              </a:rPr>
              <a:t>ブラウザで  nodejs.org  を開く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2395728"/>
            <a:ext cx="420624" cy="420624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95728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Hiragino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395728"/>
            <a:ext cx="104241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1A1A1A"/>
                </a:solidFill>
                <a:latin typeface="Hiragino Sans"/>
              </a:rPr>
              <a:t>「LTS」と書かれた macOS Installer (.pkg) をダウンロード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2962656"/>
            <a:ext cx="420624" cy="420624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96265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Hiragino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962656"/>
            <a:ext cx="104241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1A1A1A"/>
                </a:solidFill>
                <a:latin typeface="Hiragino Sans"/>
              </a:rPr>
              <a:t>ダウンロードした .pkg をダブルクリック →「続ける」→ 同意 →「インストール」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3529584"/>
            <a:ext cx="420624" cy="420624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529584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Hiragino San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529584"/>
            <a:ext cx="104241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0">
                <a:solidFill>
                  <a:srgbClr val="1A1A1A"/>
                </a:solidFill>
                <a:latin typeface="Hiragino Sans"/>
              </a:rPr>
              <a:t>Macのパスワードを入力（入れたら完了）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2976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E6E6E"/>
                </a:solidFill>
                <a:latin typeface="Hiragino Sans"/>
              </a:rPr>
              <a:t>入ったか確認：ターミナルで下を打つ → 「v22…」のように数字が出ればOK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4709160"/>
            <a:ext cx="5486400" cy="548640"/>
          </a:xfrm>
          <a:prstGeom prst="rect">
            <a:avLst/>
          </a:prstGeom>
          <a:solidFill>
            <a:srgbClr val="2C2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828032"/>
            <a:ext cx="5166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1ECE1"/>
                </a:solidFill>
                <a:latin typeface="Menlo"/>
              </a:rPr>
              <a:t>node -v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ゆーしMac セットアップ・マニュアル  ｜  KHD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Hiragino Sans"/>
              </a:rPr>
              <a:t>6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STEP 4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A1A1A"/>
                </a:solidFill>
                <a:latin typeface="Hiragino Sans"/>
              </a:rPr>
              <a:t>Claude Code を入れて ログイン 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ここが本体。コマンドは1行ずつコピペでOK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830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Hiragino Sans"/>
              </a:rPr>
              <a:t>① インストール（ターミナルに貼ってEnter・数分待つ）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194560"/>
            <a:ext cx="10058400" cy="548640"/>
          </a:xfrm>
          <a:prstGeom prst="rect">
            <a:avLst/>
          </a:prstGeom>
          <a:solidFill>
            <a:srgbClr val="2C2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13432"/>
            <a:ext cx="9738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1ECE1"/>
                </a:solidFill>
                <a:latin typeface="Menlo"/>
              </a:rPr>
              <a:t>npm install -g @anthropic-ai/claude-code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9260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Hiragino Sans"/>
              </a:rPr>
              <a:t>② 入ったか確認（バージョン番号が出ればOK）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337560"/>
            <a:ext cx="5486400" cy="548640"/>
          </a:xfrm>
          <a:prstGeom prst="rect">
            <a:avLst/>
          </a:prstGeom>
          <a:solidFill>
            <a:srgbClr val="2C2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56432"/>
            <a:ext cx="5166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1ECE1"/>
                </a:solidFill>
                <a:latin typeface="Menlo"/>
              </a:rPr>
              <a:t>claude --version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0690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Hiragino Sans"/>
              </a:rPr>
              <a:t>③ ログイン（下を打つ→ブラウザが開く→案内のアカウントでログイン）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4480560"/>
            <a:ext cx="5486400" cy="548640"/>
          </a:xfrm>
          <a:prstGeom prst="rect">
            <a:avLst/>
          </a:prstGeom>
          <a:solidFill>
            <a:srgbClr val="2C2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599432"/>
            <a:ext cx="5166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1ECE1"/>
                </a:solidFill>
                <a:latin typeface="Menlo"/>
              </a:rPr>
              <a:t>claude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5486400"/>
            <a:ext cx="73152" cy="4572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486400"/>
            <a:ext cx="10789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8C241D"/>
                </a:solidFill>
                <a:latin typeface="Hiragino Sans"/>
              </a:rPr>
              <a:t>★ ③のログインは“菊池さんから受け取ったClaudeのログイン情報”を使う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ゆーしMac セットアップ・マニュアル  ｜  KHD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Hiragino Sans"/>
              </a:rPr>
              <a:t>7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STEP 5-6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A1A1A"/>
                </a:solidFill>
                <a:latin typeface="Hiragino Sans"/>
              </a:rPr>
              <a:t>Google Drive → データ取り込み(clone) 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会社のデータと“Claudeの記憶”を取り込む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1755648"/>
            <a:ext cx="420624" cy="420624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755648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Hiragino Sans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755648"/>
            <a:ext cx="100584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Hiragino Sans"/>
              </a:rPr>
              <a:t>Google Drive を入れる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212848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E6E6E"/>
                </a:solidFill>
                <a:latin typeface="Hiragino Sans"/>
              </a:rPr>
              <a:t>google.com/drive/download からインストール → ログイン（★どのアカウントかは菊池さんと確認）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6E6E6E"/>
                </a:solidFill>
                <a:latin typeface="Hiragino Sans"/>
              </a:rPr>
              <a:t>Finder →「Google Drive」→「マイドライブ」→「KHD_git_remote」を右クリック →「オフラインで使用可能にする」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3429000"/>
            <a:ext cx="420624" cy="420624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42900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Hiragino Sans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429000"/>
            <a:ext cx="100584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Hiragino Sans"/>
              </a:rPr>
              <a:t>データを取り込む(clone)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8862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E6E6E"/>
                </a:solidFill>
                <a:latin typeface="Hiragino Sans"/>
              </a:rPr>
              <a:t>ターミナルに下を貼ってEnter（パスは★菊池さんが正確な1行を渡す）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4297680"/>
            <a:ext cx="10424160" cy="548640"/>
          </a:xfrm>
          <a:prstGeom prst="rect">
            <a:avLst/>
          </a:prstGeom>
          <a:solidFill>
            <a:srgbClr val="2C2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4416552"/>
            <a:ext cx="10104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1ECE1"/>
                </a:solidFill>
                <a:latin typeface="Menlo"/>
              </a:rPr>
              <a:t>git clone "&lt;KHD_git_remoteのパス&gt;/khd_workspace.git" ~/01_honbu_docs_automation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5532120"/>
            <a:ext cx="73152" cy="4572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532120"/>
            <a:ext cx="10789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8C241D"/>
                </a:solidFill>
                <a:latin typeface="Hiragino Sans"/>
              </a:rPr>
              <a:t>★ 記憶(memory)は起動後にClaudeへ「記憶を同期して」と頼めば自動で正しい場所へ入る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ゆーしMac セットアップ・マニュアル  ｜  KHD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Hiragino Sans"/>
              </a:rPr>
              <a:t>8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STEP 7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A1A1A"/>
                </a:solidFill>
                <a:latin typeface="Hiragino Sans"/>
              </a:rPr>
              <a:t>起動して /company で確認（ゴール）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ここまで来たら、いつものClaudeが使える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830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Hiragino Sans"/>
              </a:rPr>
              <a:t>ターミナルに、上から順に1行ずつ：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194560"/>
            <a:ext cx="7772400" cy="841248"/>
          </a:xfrm>
          <a:prstGeom prst="rect">
            <a:avLst/>
          </a:prstGeom>
          <a:solidFill>
            <a:srgbClr val="2C2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13432"/>
            <a:ext cx="7452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1ECE1"/>
                </a:solidFill>
                <a:latin typeface="Menlo"/>
              </a:rPr>
              <a:t>cd ~/01_honbu_docs_automation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06040"/>
            <a:ext cx="7452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1ECE1"/>
                </a:solidFill>
                <a:latin typeface="Menlo"/>
              </a:rPr>
              <a:t>claude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3383280"/>
            <a:ext cx="402336" cy="402336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383280"/>
            <a:ext cx="40233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Hiragino San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383280"/>
            <a:ext cx="104241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Hiragino Sans"/>
              </a:rPr>
              <a:t>Claudeが立ち上がったら  /company  と入力 → 秘書が起動</a:t>
            </a:r>
          </a:p>
        </p:txBody>
      </p:sp>
      <p:sp>
        <p:nvSpPr>
          <p:cNvPr id="16" name="Oval 15"/>
          <p:cNvSpPr/>
          <p:nvPr/>
        </p:nvSpPr>
        <p:spPr>
          <a:xfrm>
            <a:off x="594360" y="3931920"/>
            <a:ext cx="402336" cy="402336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931920"/>
            <a:ext cx="40233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Hiragino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931920"/>
            <a:ext cx="104241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Hiragino Sans"/>
              </a:rPr>
              <a:t>「記憶を同期して」と頼む → 過去の方針・記録が入る ★</a:t>
            </a:r>
          </a:p>
        </p:txBody>
      </p:sp>
      <p:sp>
        <p:nvSpPr>
          <p:cNvPr id="19" name="Oval 18"/>
          <p:cNvSpPr/>
          <p:nvPr/>
        </p:nvSpPr>
        <p:spPr>
          <a:xfrm>
            <a:off x="594360" y="4480560"/>
            <a:ext cx="402336" cy="402336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480560"/>
            <a:ext cx="40233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Hiragino San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480560"/>
            <a:ext cx="104241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Hiragino Sans"/>
              </a:rPr>
              <a:t>画面に出るリンクで、必要な連携(MCP)を許可 ★（菊池さん指定の分だけ）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486400"/>
            <a:ext cx="73152" cy="4572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86400"/>
            <a:ext cx="10789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8C241D"/>
                </a:solidFill>
                <a:latin typeface="Hiragino Sans"/>
              </a:rPr>
              <a:t>★ 秘書が前回の続きを覚えていれば成功＝セットアップ完了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ゆーしMac セットアップ・マニュアル  ｜  KHD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73952"/>
            <a:ext cx="1371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Hiragino Sans"/>
              </a:rPr>
              <a:t>9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DAILY &amp; HELP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A1A1A"/>
                </a:solidFill>
                <a:latin typeface="Hiragino Sans"/>
              </a:rPr>
              <a:t>毎日の使い方 と 困った時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むずかしく考えない。困ったら菊池さんにLINE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5486400" cy="22860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783080"/>
            <a:ext cx="54864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3852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A2E26"/>
                </a:solidFill>
                <a:latin typeface="Hiragino Sans"/>
              </a:rPr>
              <a:t>毎日の使い方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50292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1A1A1A"/>
                </a:solidFill>
                <a:latin typeface="Hiragino Sans"/>
              </a:rPr>
              <a:t>始める時：「同期して」と言う（最新を取込）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A1A1A"/>
                </a:solidFill>
                <a:latin typeface="Hiragino Sans"/>
              </a:rPr>
              <a:t>終わる時：「保存して」と言う（みんなに反映）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A1A1A"/>
                </a:solidFill>
                <a:latin typeface="Hiragino Sans"/>
              </a:rPr>
              <a:t>※pull/pushはClaudeが代行。gitは覚えなくてOK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783080"/>
            <a:ext cx="5486400" cy="22860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783080"/>
            <a:ext cx="54864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193852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A2E26"/>
                </a:solidFill>
                <a:latin typeface="Hiragino Sans"/>
              </a:rPr>
              <a:t>困った時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377440"/>
            <a:ext cx="5120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1A1A1A"/>
                </a:solidFill>
                <a:latin typeface="Hiragino Sans"/>
              </a:rPr>
              <a:t>・赤い文字やエラーが出たら、その画面を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A1A1A"/>
                </a:solidFill>
                <a:latin typeface="Hiragino Sans"/>
              </a:rPr>
              <a:t>　スクショして菊池さんにLINE（文ごと）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A1A1A"/>
                </a:solidFill>
                <a:latin typeface="Hiragino Sans"/>
              </a:rPr>
              <a:t>・何度やり直してもMacは壊れない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A1A1A"/>
                </a:solidFill>
                <a:latin typeface="Hiragino Sans"/>
              </a:rPr>
              <a:t>・同じ物を母艦と同時に書き換えない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251960"/>
            <a:ext cx="11183112" cy="182880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251960"/>
            <a:ext cx="91440" cy="18288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37083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C241D"/>
                </a:solidFill>
                <a:latin typeface="Hiragino Sans"/>
              </a:rPr>
              <a:t>チェックリスト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80060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A1A1A"/>
                </a:solidFill>
                <a:latin typeface="Hiragino Sans"/>
              </a:rPr>
              <a:t>□ ターミナルを開いた　□ git(xcode-select)　□ Node.js　□ Claude Code＋ログイン★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21208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A1A1A"/>
                </a:solidFill>
                <a:latin typeface="Hiragino Sans"/>
              </a:rPr>
              <a:t>□ Google Drive＋KHD_git_remoteをオフライン化★　□ データをclone★　□ /company で確認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62356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A1A1A"/>
                </a:solidFill>
                <a:latin typeface="Hiragino Sans"/>
              </a:rPr>
              <a:t>□「記憶を同期して」で記憶が入った　□ 必要な連携(MCP)を許可した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
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THE SALES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Hiragino Sans"/>
              </a:rPr>
              <a:t>聞く＝最速の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AA2E26"/>
                </a:solidFill>
                <a:latin typeface="Hiragino Sans"/>
              </a:rPr>
              <a:t>クロージング。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Yesは取りに行かない。相手の意思決定を整える。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信頼が先、収益は結果（中核信条）。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0350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447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菊池 研太  ｜  羽鳥式 × 無敗営業 ノウハウ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MINDSET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売れない営業の正体 ── Yesを急ぐ癖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焦って相手の疑問をすっ飛ばす→刺さらない→もっと焦る。この悪循環を断つ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698480" cy="10515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109728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Yesを「成果の単位」にするのをやめる。単位は「相手の疑問を1つ潰したか」。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95728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羽鳥が年収を最初に聞くのは「急ぎ」でなく「逆算」。勘所(制約)を先に握るから提案が外れない。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呪文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3697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急いだら唱える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639312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「Yesは結果。今やるのは相手の疑問を1つ潰すこと」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8211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順番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23697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聞く→黙る→出す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639312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質問したら3秒黙る(被せない)。沈黙が本音を出す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9744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09744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74336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29200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Yes数を追わない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431536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「キラー3問聞けたか/何割喋らせたか」を追う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09744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809744"/>
            <a:ext cx="109728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974336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信条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029200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信頼が先、収益は結果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431536"/>
            <a:ext cx="4937760" cy="8549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急いで取りに行くほど信頼が減りYesが遠のく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1 —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キラー3問 ── 聞き切るまでクロージングしない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この3つを「顧客マスター」に貯める。これが「自分の顧客」の土台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106984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97680"/>
                <a:gridCol w="36576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キラー質問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握れるもの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聞き方の例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① 予算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どこまで出せるか(提案の上限)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差し支えなければ、ご予算の上限は…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② 期限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どれだけ急ぐか(進め方)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いつまでに、が理想ですか？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AA2E26"/>
                          </a:solidFill>
                          <a:latin typeface="Hiragino Sans"/>
                        </a:rPr>
                        <a:t>③ なぜ(こだわり)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本当のニーズ・決め手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A3A3A"/>
                          </a:solidFill>
                          <a:latin typeface="Hiragino Sans"/>
                        </a:rPr>
                        <a:t>なぜこの物件(商品)が気になりました？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8289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★最重要・抜けがち＝③こだわり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48656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条件(予算/エリア/広さ)が合っても「キッチンが壁付けだから嫌」で齟齬る。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申し込むかどうかは「気に入り角度の一致」で決まる。生の声を最初に聞く。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質問の3段ギア ── 答えやすく、深く聞く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無敗営業の質問術。焦る時ほど「枕詞」で1枚クッションを置く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GEAR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2199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警戒を解く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枕詞(クッション)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「差し支えなければ」「お答えいただける範囲で」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→聞きにくい予算・年収を最初に聞ける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783080"/>
            <a:ext cx="3611880" cy="685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8745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GEAR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22199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本音を広げる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65176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深掘り質問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337560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「と言いますと？」「具体的には？」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→相手に喋らせる。オープンで背景を取る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783080"/>
            <a:ext cx="3611880" cy="3383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783080"/>
            <a:ext cx="3611880" cy="685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87452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Hiragino Sans"/>
              </a:rPr>
              <a:t>GEAR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22199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選択肢で絞る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65176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Hiragino Sans"/>
              </a:rPr>
              <a:t>特定質問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337560"/>
            <a:ext cx="3063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「初期費を抑える／家賃を保つ、どっち？」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→相手が答えやすく、こちらは条件を把握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2 — GRIP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「検討します」と言われてからが勝負 ── 握る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その場で決まらない時こそ、意思決定プロセスを握り、次の約束を取る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1109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いつ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569464"/>
            <a:ext cx="49377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いつまでに決めますか？(意思決定の期限)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5623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1109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誰が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2569464"/>
            <a:ext cx="49377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誰が決めますか？(決裁者・配偶者・本部)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1655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7141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何を基準に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5129784"/>
            <a:ext cx="49377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何が決め手になりますか？(判断軸)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416552"/>
            <a:ext cx="1005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AA2E26"/>
                </a:solidFill>
                <a:latin typeface="Hiragino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471416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次の約束を握る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5129784"/>
            <a:ext cx="49377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その場で次アクション(誰・いつ・何)を確定。持ち帰りを放置しない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STEP 3 —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決め手を記録する ── あなただけの「無敗データ」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勝っても負けても「最後の決め手は？」を残す＝自社実績DB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09728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02作業DBの「結果」に →  決め手:◯◯（なぜYes / なぜNo）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これを貯めると勝ち筋/負け筋が見える。ルート別の成約率も可視化＝どこを太らせるか分かる。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200400"/>
          <a:ext cx="106984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329184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貯める情報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置き場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狙い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予算・期限・こだわり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顧客マスター(H###)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人の属性=1人1行で蓄積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結果・決め手・次アクション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02作業DB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時系列=いつ誰に何をしたか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ルート別 成約率／自分起点比率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週次KPI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進化メーター(自分の顧客が増えてるか)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90-DAY DOJO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営業道場 90日設計 ── 一点突破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聞く力は反復でしか矯正できない。道場を1つに絞り、毎日打席に立つ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029200"/>
                <a:gridCol w="4325112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時期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道場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目的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7月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賃貸追客(反響・クラウドミル・羽鳥師事)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キラー3問を「無意識」でできるまで反復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8月〜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オーロラ(ケアマネ営業・採用・利用者)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固めた型をセンターピンに移植(公庫実行も8月)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9-10月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発信(実戦ネタで)＋紹介設計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自分の蛇口を持つ ※調査士10/18は朝聖域で並行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91440" cy="11887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7433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賃貸は「道場」であって「事業の柱」ではない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0096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道場として自分でやる=◎(応用が効く基礎体力)。業務委託で深入り=×(薄利・センターピンを食う)。型ができたら8月オーロラへ。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PSYCHOLOGY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心理学トリガー ── 押さずに、相手が動く8つ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羽鳥/無敗営業の実技。1チャット・1商談に最低1つ仕込む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4434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805672"/>
              </a:tblGrid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トリガー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使い方（実例）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返報性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先にGIVE(有益情報/提案/紹介)→「この人に返したい」を生む(羽鳥:紹介はGIVE先行)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損失回避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「今キャンセル無料で先に「抑える」だけ→無くなる前に」。申込ハードルを下げて先に確保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一貫性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「内見しますよね」前提で小さなYesを積む→大きなYesへ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希少性/締切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退去・期限を握る=「今動く理由」を相手の中に作る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ラベリング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「ここ「重要」なのでお時間いいですか?」=重要性のラベルで耳を傾けさせる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アンカリング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初期費用は「家賃×5倍が目安」と先に基準を置く→不安を数字で扱う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ザイオンス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即レス＋中間報告で接触回数を稼ぐ=淡々レスでなく「提案」で返す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AA2E26"/>
                          </a:solidFill>
                          <a:latin typeface="Hiragino Sans"/>
                        </a:rPr>
                        <a:t>沈黙</a:t>
                      </a:r>
                    </a:p>
                  </a:txBody>
                  <a:tcPr anchor="ctr" marL="91440" marR="73152" marT="36576" marB="36576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質問したら3秒黙る。沈黙が相手の本音を引き出す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REAL TALK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羽鳥の実トーク＆やってはいけない8 ── 実記録から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左=効いた言い回し(実記録)／右=送信前に避ける型(LINE43本の実証)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◯ 効いた実トーク（羽鳥/ロープレ）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・「ここ重要なのでお時間いいですか?」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・「キャンセル無料・お金は一切かからないので先に抑えましょう」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・「なぜこの物件が気に入りました?」(こだわりを先に)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・「初期費を抑える/家賃を保つ、どっちが近い?」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・おとり物件は正直に説明→信頼(SUUMOは募集終了が大半)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・ADより「顧客が住みたい家」を出す=顧客満足優先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・実務はスピード優先で代行に回す(申込/FAX/内見依頼)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691640"/>
            <a:ext cx="548640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⛔ 送信前に避ける8ブロッカー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8600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①長文 ②聞く前に提案 ③確認を詰めすぎ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8892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④構想倒れ(語るだけ) ⑤進捗共有せず個別逃げ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⑥絵文字/自分語り過多 ⑦過剰謝罪 ⑧ビッグマウス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9476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8C241D"/>
                </a:solidFill>
                <a:latin typeface="Hiragino Sans"/>
              </a:rPr>
              <a:t>── 一語「黙る/削る」で直す ──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8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送信前3秒：①提案乗ったか ②本音を聞く質問は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③数×パターンか ④心理学を1つ ⑤GIVE先行か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5074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⑥迷ったら相談(初期は必須)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営業の型  ｜  羽鳥 × 無敗営業（高橋浩一）  ｜  2026-06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毎日セルフチェック＆先行KPI ── 師匠がいなくても回す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羽鳥の役割はAIが代替。毎日この問いを自動で投げ、02と週次KPIに記録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1440" cy="2286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🌙 夜の4問（毎晩・AIが聞く）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1. 今日「提案」を何件した?(0なら赤)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2. 相手の本音を1つでも引き出せたか?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54096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3. 先にGIVEした相手はいるか?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4. 相談した案件は?(相談ゼロも赤)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5486400" cy="22860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691640"/>
            <a:ext cx="91440" cy="2286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📈 先行指標(自分で増やせる=死守)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・提案数 ← 最重要(追客で何件提案したか)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・ヒアリング深度(本音/条件を引き出した数)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54096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・GIVE数(先に与えた回数)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38144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→ 内見→申込→成約・紹介発生(結果指標)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06240"/>
            <a:ext cx="11183112" cy="1828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91440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34256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02・顧客マスターと連動（毎日見れる/分析できる）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3659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・送信前：AIが営業文に「提案乗ったか/本音質問/心理学1つ/GIVE」を3秒チェック(羽鳥代替)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566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・日中：対話=報告→02へ。結果に「決め手」、次アクションに「誰・いつ・何」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7667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・顧客マスター：予算/期限/こだわり＋効いた技を蓄積(1人1行)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9671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・週次KPI(05)：提案数・GIVE数・相談数・ルート別成約率を集計＝先行指標が右肩上がりか可視化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Hiragino Sans"/>
              </a:rPr>
              <a:t>聞く → 詰める → 貯める。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あとは「当たり前度」を高めるだけ。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予算・期限・なぜ を聞く → 決まらなければ いつ・誰が・何を を握る → 決め手を記録。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E6E6E"/>
                </a:solidFill>
                <a:latin typeface="Hiragino Sans"/>
              </a:rPr>
              <a:t>Yesは追わない。相手の意思決定を整えれば、Yesは結果としてついてくる。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
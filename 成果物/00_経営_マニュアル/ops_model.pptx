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KHD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Hiragino Sans"/>
              </a:rPr>
              <a:t>人は「打席」だけ。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AA2E26"/>
                </a:solidFill>
                <a:latin typeface="Hiragino Sans"/>
              </a:rPr>
              <a:t>残りは全部、AIが持つ。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経営の最小単位＝会って・聞いて・詰めて・信頼を作る。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それ以外（記録/集計/資料/分析/可視化）はClaudeが自動化する。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0350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447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菊池 研太  ｜  KHD  ｜  作業分解マニュアル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経営の最小単位 ── 人にしかできない核は1つだけ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ここに時間を集約する。空いた時間は調査士と家族へ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698480" cy="10515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109728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C241D"/>
                </a:solidFill>
                <a:latin typeface="Hiragino Sans"/>
              </a:rPr>
              <a:t>人にしかできない核 ＝「会って・聞いて・詰めて・信頼を作る」（＝相手のYesを作る打席）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関係・判断・存在＝自動化できない。だから人はここに全集中。それ以外は全部、機械でいい。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3697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人＝打席・判断・信頼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639312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会う/電話/ヒアリング/詰める/クロージング・GO/見送り・指値・採用・GIVE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8211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23697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Claude＝それ以外全部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639312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記録(02転記)/集計(週次KPI)/資料作成/分析(決め手)/リマインド/可視化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9744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09744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74336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29200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当たり前度を高める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431536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営業は才能でなく型×量。反復でキラー3問が「呼吸」になれば打席の負荷↓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809744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809744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974336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029200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逃げの罠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431536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「自動化の作り込み」自体が新しい謎の業務。空いた時間は打席と調査士へ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DIVISION OF LABOR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作業分解 ── 人がやる / Claudeが回す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迷ったらこの表。「誰のYesに繋がるか」言えない作業は、やめる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46320"/>
                <a:gridCol w="4507992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領域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人（菊池）だけがやる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Claudeが回す（自動/代行）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営業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会う・聞く・詰める・クロージング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文面ドラフト・送信前3秒チェック・追客リマインド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意思決定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GO/見送り・指値・採用・撤退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数字の集計・シナリオ比較・資金繰り可視化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記録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結果の「決め手」を一言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対話を02へ全転記・案件メタ補完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分析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次の打ち手を決める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勝因/敗因の集計・成約率・ボトルネック抽出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段取り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相手との約束を握る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スケジュール整理・朝晩ブリーフ・週次棚卸し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人的資本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調査士・家族（死守）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学習リマインド・進捗可視化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1日の流れ ── 朝・日中・夜で何をするか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朝の5-7時は調査士の聖域(不可侵)。人は打席、Claudeは裏で回す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46320"/>
                <a:gridCol w="4507992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時間帯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人がやること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Claudeがやること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朝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調査士(5-7聖域)→当日の打席を1つ決める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カレンダー→02へ当日予定登録／「今日の打席は誰?」提示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日中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打席に立つ(会う・聞く・詰める)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対話を全部02へ報告転記／文面ドラフト／資料作成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夜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結果と「決め手」を一言／明日の方針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実績化(実時間)・KPI更新・明日の繰越を準備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週次(月)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先週レビュー→今週の打席を選ぶ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05_週次KPIを自動再構築(本部別h・成約率・繰越)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6875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朝の第一声は「今日の打席は誰？」── 作業でなく「会う相手」から1日を組む。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各作業マニュアル ── 迷わず回す手順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人は依頼するだけ。実作業はClaudeがこの手順で巻き取る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83112" cy="10241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①朝ブリーフ＆02登録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Claude：日付確認→カレンダー全網羅取得→02へ当日「予定」登録(本部/案件番号/営業直結)→『カネ直結2-3件＋今日の打席は誰か』を提示。人：打席を1つ決める。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07208"/>
            <a:ext cx="11183112" cy="10241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07208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16936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②日中＝打席＋報告転記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6440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人：会って聞いて詰める。Claude：対話は全業務報告→02へ行追加/更新。結果・次アクション(誰いつ何)・決定事項を1行で残す。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22776"/>
            <a:ext cx="11183112" cy="10241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22776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32504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③夜の終業＆実績化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9976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Claude：先に記録を読む→当日を実績化(カレンダーの実時間→実開始/終了→所要が自動算出)→結果に「決め手」記録→明日の下準備を提示。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38344"/>
            <a:ext cx="11183112" cy="10241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38344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48072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④週次棚卸し(月曜)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9554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Claude：runAllで05_週次KPI再構築。先週レビュー(本部別h/営業比率/成約率)＋今週やること=繰越を自動集約。人：優先S/A/Bを付けるだけ。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iragino Sans"/>
              </a:rPr>
              <a:t>あなたは「会って聞いて詰める」だけやればいい。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それが一番難しく、一番価値があり、反復で当たり前になる。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Hiragino Sans"/>
              </a:rPr>
              <a:t>残りは全部、こっちが持つ。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空いた時間は、調査士と家族へ。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
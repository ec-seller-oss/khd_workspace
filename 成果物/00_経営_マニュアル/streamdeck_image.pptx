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A2E26"/>
                </a:solidFill>
                <a:latin typeface="Hiragino Sans"/>
              </a:rPr>
              <a:t>STREAM DECK ｜ 入力をワンタッチに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ボタン1つで、定型文・紹介状・予約案内を一瞬で入力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医療事務の「最初の文字入力」と「紹介状の二度手間」を、押すだけに。電子カルテはそのまま使えます。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5486400" cy="3657600"/>
          </a:xfrm>
          <a:prstGeom prst="roundRect">
            <a:avLst/>
          </a:prstGeom>
          <a:solidFill>
            <a:srgbClr val="232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Stream Deck（Elgato）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514600"/>
            <a:ext cx="914400" cy="841248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再診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お呼び出し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2514600"/>
            <a:ext cx="914400" cy="841248"/>
          </a:xfrm>
          <a:prstGeom prst="round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7128" y="2514600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発熱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外来案内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91256" y="2514600"/>
            <a:ext cx="914400" cy="841248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1256" y="2514600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予約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空き確認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5384" y="2514600"/>
            <a:ext cx="914400" cy="841248"/>
          </a:xfrm>
          <a:prstGeom prst="roundRect">
            <a:avLst/>
          </a:prstGeom>
          <a:solidFill>
            <a:srgbClr val="3A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15384" y="2514600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処方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説明定型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9512" y="2514600"/>
            <a:ext cx="914400" cy="841248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2514600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会計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案内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465576"/>
            <a:ext cx="914400" cy="841248"/>
          </a:xfrm>
          <a:prstGeom prst="round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465576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紹介状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ひな型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7128" y="3465576"/>
            <a:ext cx="914400" cy="841248"/>
          </a:xfrm>
          <a:prstGeom prst="round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7128" y="3465576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診断書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ひな型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91256" y="3465576"/>
            <a:ext cx="914400" cy="841248"/>
          </a:xfrm>
          <a:prstGeom prst="roundRect">
            <a:avLst/>
          </a:prstGeom>
          <a:solidFill>
            <a:srgbClr val="3A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91256" y="3465576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検査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説明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5384" y="3465576"/>
            <a:ext cx="914400" cy="841248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5384" y="3465576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次回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予約案内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9512" y="3465576"/>
            <a:ext cx="914400" cy="841248"/>
          </a:xfrm>
          <a:prstGeom prst="roundRect">
            <a:avLst/>
          </a:prstGeom>
          <a:solidFill>
            <a:srgbClr val="3A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9512" y="3465576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LINE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登録案内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416552"/>
            <a:ext cx="914400" cy="841248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416552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よくある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質問①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67128" y="4416552"/>
            <a:ext cx="914400" cy="841248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8" y="4416552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よくある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質問②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91256" y="4416552"/>
            <a:ext cx="914400" cy="841248"/>
          </a:xfrm>
          <a:prstGeom prst="roundRect">
            <a:avLst/>
          </a:prstGeom>
          <a:solidFill>
            <a:srgbClr val="3A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256" y="4416552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住所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定型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15384" y="4416552"/>
            <a:ext cx="914400" cy="841248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15384" y="4416552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自費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料金案内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39512" y="4416552"/>
            <a:ext cx="914400" cy="841248"/>
          </a:xfrm>
          <a:prstGeom prst="round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9512" y="4416552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受付</a:t>
            </a:r>
          </a:p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Hiragino Sans"/>
              </a:rPr>
              <a:t>締め時間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6967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E6E6E"/>
                </a:solidFill>
                <a:latin typeface="Hiragino Sans"/>
              </a:rPr>
              <a:t>※ボタンの中身（定型文）は御院に合わせて自由に設定できます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1965960"/>
            <a:ext cx="4754880" cy="2331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29400" y="1965960"/>
            <a:ext cx="4754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210312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御院での使い方（例）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2" y="24688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A2E26"/>
                </a:solidFill>
                <a:latin typeface="Hiragino Sans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2468880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紙問診の決まり文句や再診の呼び出しを、1ボタンで入力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85432" y="28986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A2E26"/>
                </a:solidFill>
                <a:latin typeface="Hiragino Sans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2898648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紹介状・診断書のひな型を一発呼び出し→二度手間を解消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432" y="3328416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A2E26"/>
                </a:solidFill>
                <a:latin typeface="Hiragino Sans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3328416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「次回予約は…」「LINE登録は…」の案内文もワンタッチ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5432" y="375818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A2E26"/>
                </a:solidFill>
                <a:latin typeface="Hiragino Sans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3758184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電子カルテ（Medicom）はそのまま。キー操作で文字を挿入するだけ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4480560"/>
            <a:ext cx="4754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459028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A2E26"/>
                </a:solidFill>
                <a:latin typeface="Hiragino Sans"/>
              </a:rPr>
              <a:t>なぜ最初の一手に向くか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432" y="4901184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</a:rPr>
              <a:t>・低コスト（機器代のみ）・電子カルテ改修不要・すぐ試せる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</a:rPr>
              <a:t>・効果が目に見える＝現場が「楽になった」を体感しやすい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" y="5806440"/>
            <a:ext cx="1051560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587959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iragino Sans"/>
              </a:rPr>
              <a:t>月曜デモ予定：実機を持ち込み、御院の定型文を入れて「押すだけ入力」をその場で体感いただきます（宮崎が事前検証）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65105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テナントアシスト・ウイン株式会社 ｜ 菊池 研太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
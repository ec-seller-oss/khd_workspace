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63500" cy="2743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KHD OPERATING MANUAL — HUMAN ×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74519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1A1A"/>
                </a:solidFill>
                <a:latin typeface="Hiragino Sans"/>
              </a:rPr>
              <a:t>人 と AI の作業分担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1A1A"/>
                </a:solidFill>
                <a:latin typeface="Hiragino Sans"/>
              </a:rPr>
              <a:t>＋ 毎日評価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6583680" cy="1778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北極星 ── 人を笑わせ "ファン" にする人徳 × 一流の経営者 ＆ かっこいいパパ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E6E6E"/>
                </a:solidFill>
                <a:latin typeface="Hiragino Sans"/>
              </a:rPr>
              <a:t>打席は人が立つ。内務はAIが巻き取る。毎日、数字で採点する。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436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2026-06-28  ｜  菊池研太 / KHD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NORTH STAR / 目指す姿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面白くて人間力ある経営者は、仕事とリアルの両輪で作る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片方では作れない。リアルの厚みが、トークと人間味の源泉。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4206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406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29384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［ 仕事 ］売り込まず、信頼の対価で稼ぐ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511149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・打席に立つ量＝トーク／人間力の筋トレ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・本音を聞く（感情ギャップ・相手目線）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・GIVE先行・売り込まない＝信頼の対価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・提案数 × パターン（淡々レスのAIにならない）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・AIで情報ギャップを埋め、人は感情に全振り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・専門性（調査士・診療圏）＝信頼の武器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・数字で自己承認（他人評価で消耗しない）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783080"/>
            <a:ext cx="5440680" cy="4206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783080"/>
            <a:ext cx="5440680" cy="54864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929384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［ リアル ］人間の厚みを貯める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350008"/>
            <a:ext cx="511149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・家族時間（妻・葵斗）＝幸福の土台・先回りGIVE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・健康・睡眠・余白＝余裕＝人間味（焦らない／平和）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・趣味・教養（サッカー／読書／投資）＝話題の引き出し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・人脈・異業種交流＝縁・人間力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・感謝の発信（妻・仲間）＝関係の土台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・ブレない軸・自己変革＝経営者の芯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運用マニュアル  ｜  人 × AI 作業分担 ＋ 毎日評価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TIME ALLOCATION / 1日の時間配分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朝・日中・夜の3帯で、調査士と打席を先に置く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内務は固定枠を取らない＝AI代行＋リモート隙間で。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76809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005840"/>
                <a:gridCol w="1188720"/>
                <a:gridCol w="100584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活動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朝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日中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夜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1日計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Hiragino Sans"/>
                        </a:rPr>
                        <a:t>調査士（聖域）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3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1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1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A2E26"/>
                          </a:solidFill>
                          <a:latin typeface="Hiragino Sans"/>
                        </a:rPr>
                        <a:t>5h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Hiragino Sans"/>
                        </a:rPr>
                        <a:t>打席（営業・対面）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2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2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2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A2E26"/>
                          </a:solidFill>
                          <a:latin typeface="Hiragino Sans"/>
                        </a:rPr>
                        <a:t>6h 狙い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Hiragino Sans"/>
                        </a:rPr>
                        <a:t>内務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隙間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AA2E26"/>
                          </a:solidFill>
                          <a:latin typeface="Hiragino Sans"/>
                        </a:rPr>
                        <a:t>AI代行＋隙間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03920" y="1874519"/>
            <a:ext cx="315468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874519"/>
            <a:ext cx="31546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2020823"/>
            <a:ext cx="2825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運用思想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2" y="2441447"/>
            <a:ext cx="28254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・調査士＝朝3h聖域（電話/チャット禁止）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・打席は機会が少なければ無理に埋めず、空きは内務へ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・内務はクロード代行＋移動中の隙間で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C241D"/>
                </a:solidFill>
                <a:latin typeface="Hiragino Sans"/>
              </a:rPr>
              <a:t>狙い：脳の主役を「打席」と「調査士」に空ける。内務で焦って手を動かさない。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運用マニュアル  ｜  人 × AI 作業分担 ＋ 毎日評価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HUMAN / 人がやること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👤 菊池は「打席」だけ ── 人にしかできないこと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ここに時間とエネルギーを全振りする。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920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75104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人と会う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328269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対面・電話・面談で打席に立つ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828800"/>
            <a:ext cx="3611880" cy="1920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8288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975104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本音を聞く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395728"/>
            <a:ext cx="328269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条件の奥の感情・恐怖・プライドを引き出す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828800"/>
            <a:ext cx="3611880" cy="1920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18288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975104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決断する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395728"/>
            <a:ext cx="328269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買付・撤退・価格・GO/No-Go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3611880" cy="1920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078224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人間関係を築く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498848"/>
            <a:ext cx="328269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親友・先生・業者・家族（GIVE先行）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3931920"/>
            <a:ext cx="3611880" cy="1920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393192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9704" y="4078224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調査士を学ぶ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4498848"/>
            <a:ext cx="328269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朝3h聖域。全事業の仕入・信頼・出口の土台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4" y="3931920"/>
            <a:ext cx="3611880" cy="1920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4" y="393192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4078224"/>
            <a:ext cx="3282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最終チェック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498848"/>
            <a:ext cx="328269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送信・契約・実印は人の目で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運用マニュアル  ｜  人 × AI 作業分担 ＋ 毎日評価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AI / クロード代行カタログ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🤖 内務はAIに丸投げ ── 隙間で「A1やって」と投げるだけ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リモートOK。番号で指示。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1371600"/>
                <a:gridCol w="8869680"/>
              </a:tblGrid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#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区分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代行タスク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A1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お金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カード/銀行明細DL → MFインポートCSV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A2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お金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EC粗利集計・販売管理表の分析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A3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お金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資金繰り/PL/BS更新・古田土ダッシュ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B1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物件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マイソク→収支試算（玉川式KPI判定）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B2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物件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レインズ/ポータルで出口価格収集・市場調査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B3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物件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物件マスターDB・在庫表 更新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C1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医療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診療圏調査レポート作成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C2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医療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補助金/制度リサーチ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C3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医療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提案書・事業計画スライド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D1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営業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追客/LINE/メール下書き（送信前チェック付）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D2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営業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ザオラル（眠った関係の再点火文）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D3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営業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顧客マスター/02DB更新・KPI記録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E1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仕組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スプシ設計・GAS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E2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仕組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Notion記録・整理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E3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仕組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朝ブリーフ・日報・週次レビュー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運用マニュアル  ｜  人 × AI 作業分担 ＋ 毎日評価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 REVIEW / 毎日評価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コード × 02_作業DB を紐付けて、毎日 数字で採点する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新しい列は作らない＝既存の「作業カテゴリ」を転用。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406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29384"/>
            <a:ext cx="5111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仕組み（列を増やさない）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511149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・人/AI判別＝作業カテゴリで：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　営業打席・学習・家族・会議連絡・移動 → 人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　仕込み資料・内務事務・その他 → AI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・カタログ番号は内容の頭に [A1] タグ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・「相談」列は本来の用途のまま温存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99632" y="1783080"/>
          <a:ext cx="5440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毎日の4KPI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目標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打席比率（営業直結の時間）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60% 以上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調査士の時間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5h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AI代行 件数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計測・最大化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顧客KPI 記録漏れ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0 件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8C241D"/>
                </a:solidFill>
                <a:latin typeface="Hiragino Sans"/>
              </a:rPr>
              <a:t>朝ブリーフで提示 → 夜の日報で採点。人がどれだけ打席に立てたか／AIがどれだけ内務を巻き取ったかが、毎日見える。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運用マニュアル  ｜  人 × AI 作業分担 ＋ 毎日評価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63500" cy="3108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DECISION / 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9456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A1A"/>
                </a:solidFill>
                <a:latin typeface="Hiragino Sans"/>
              </a:rPr>
              <a:t>一流かつ、かっこいい大人を</a:t>
            </a:r>
          </a:p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A1A1A"/>
                </a:solidFill>
                <a:latin typeface="Hiragino Sans"/>
              </a:rPr>
              <a:t>本気で目指す。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8C241D"/>
                </a:solidFill>
                <a:latin typeface="Hiragino Sans"/>
              </a:rPr>
              <a:t>人を笑わせ、ファンにする人徳を作り続ける。</a:t>
            </a:r>
          </a:p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8C241D"/>
                </a:solidFill>
                <a:latin typeface="Hiragino Sans"/>
              </a:rPr>
              <a:t>経営者として、パパとして。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  <a:latin typeface="Hiragino Sans"/>
              </a:rPr>
              <a:t>打席は人が立つ。内務はAIが巻き取る。毎日、数字で前へ。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
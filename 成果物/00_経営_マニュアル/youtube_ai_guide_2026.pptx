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8A800"/>
                </a:solidFill>
              </a:rPr>
              <a:t>AIアシスタントでKHD業務を丸ごと自動化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KHD × Claude Code</a:t>
            </a:r>
          </a:p>
          <a:p>
            <a:pPr algn="l"/>
            <a:r>
              <a:rPr sz="4400" b="1" i="0">
                <a:solidFill>
                  <a:srgbClr val="FFFFFF"/>
                </a:solidFill>
              </a:rPr>
              <a:t>完全活用ガイド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物件評価・業者メール・朝のタスク整理を、コマンド1つで。特別なITスキルは不要。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9144000" cy="36576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菊池ホールディングス（KHD）  |  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この動画でできるようになること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212080" cy="4023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BEFORE  /  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888"/>
                </a:solidFill>
              </a:rPr>
              <a:t>・PDFが届くたびに手で評価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888"/>
                </a:solidFill>
              </a:rPr>
              <a:t>・KPI計算を電卓で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888"/>
                </a:solidFill>
              </a:rPr>
              <a:t>・メールを毎回ゼロから作文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24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888"/>
                </a:solidFill>
              </a:rPr>
              <a:t>・朝、何からやるか毎回迷う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93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888"/>
                </a:solidFill>
              </a:rPr>
              <a:t>・銀行選びは勘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486400" cy="40233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4864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00"/>
                </a:solidFill>
              </a:rPr>
              <a:t>AFTER  /  Claude Code導入後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・物件PDF → 30秒で評価レポート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・CF率/CCR/土地値を自動算出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4553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・業者メールはコマンド1つで下書き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12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・毎朝 /wbs-morning でタスク一覧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793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・融資先も判断軸つきで提案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0  /  起動方法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やることは1つだけ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800"/>
                </a:solidFill>
              </a:rPr>
              <a:t>デスクトップの『Claude』を開くだけ。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ターミナルも、難しいコマンドも一切不要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開いた瞬間に『01_honbu_docs_automation』が自動ロード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KHDの判断基準・不動産KPI・業者情報がすべてAIに読み込み済み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特別なセットアップは不要。開くだけ。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  /  物件評価の使い方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物件PDFが届いたら、この3ステップ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00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PDFのパスをコピー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Finderで右クリック → 『パスのコピー』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365760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00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チャットに入力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/property-intake  と打って</a:t>
            </a:r>
          </a:p>
          <a:p>
            <a:pPr algn="l"/>
            <a:r>
              <a:rPr sz="1300" b="0" i="0">
                <a:solidFill>
                  <a:srgbClr val="CCD6E0"/>
                </a:solidFill>
              </a:rPr>
              <a:t>コピーしたパスを貼り付け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417320"/>
            <a:ext cx="365760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00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Enterで待つ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約30秒で評価レポートが出力される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12080"/>
            <a:ext cx="73152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800"/>
                </a:solidFill>
              </a:rPr>
              <a:t>/property-intake  &lt;PDFのパス&gt;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  /  評価レポートの見方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3つの数字を見れば、買いか見送りか分かる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4A9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ECB"/>
                </a:solidFill>
              </a:rPr>
              <a:t>CF率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1.5%以上が買い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毎月の手残り率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417320"/>
            <a:ext cx="3657600" cy="54864"/>
          </a:xfrm>
          <a:prstGeom prst="rect">
            <a:avLst/>
          </a:prstGeom>
          <a:solidFill>
            <a:srgbClr val="4CC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C28C"/>
                </a:solidFill>
              </a:rPr>
              <a:t>CCR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15%以上が合格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30175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自己資金に対するリターン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41732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00"/>
                </a:solidFill>
              </a:rPr>
              <a:t>土地値割合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37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0.4以上が安全圏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0175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担保価値の指標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A800"/>
                </a:solidFill>
              </a:rPr>
              <a:t>3つとも未達なら自動で『見送り』判定 → 『DBに追加？』にYESでスプレッドシートに自動記録。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  /  毎朝の使い方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800"/>
                </a:solidFill>
              </a:rPr>
              <a:t>/wbs-morning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全社WBSから未完了タスクを自動で引っ張ってくる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今日やるべきことをリストアップ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毎朝5:57に昨日の学びをAIが自動でメモリ記録（何もしなくてOK）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  /  業者・銀行へのメール下書き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800"/>
                </a:solidFill>
              </a:rPr>
              <a:t>/vendor-mail  相手先と用件を伝えるだけ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例）/vendor-mail  〇〇社に△△案件をクローズしたい旨を伝えたい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KHDのスタイルに合ったメール文がすぐ出てくる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あとはコピーしてGmailに貼るだけ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  /  融資先の選び方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800"/>
                </a:solidFill>
              </a:rPr>
              <a:t>/bank-approach  物件の場所と金額を伝える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どの銀行に打診すべきか、優先順位つきで提案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28016" cy="5486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判断軸はすでに組み込み済み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（地域別の融資先判断軸が内蔵されています）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KHD × Claude Code  活用ガイド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  /  難しいことは何もない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1.  アプリを開くだけでKHDの情報が自動ロード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2.  物件PDF → /property-intake → 30秒で評価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3.  毎朝 /wbs-morning でタスク整理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4.  メール下書きは /vendor-mail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5.  融資先選定は /bank-approach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54880"/>
            <a:ext cx="10972800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754880"/>
            <a:ext cx="73152" cy="100584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800"/>
                </a:solidFill>
              </a:rPr>
              <a:t>コマンドを打てば、AIが全部やります。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
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ma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3796760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KHD ｜ 船橋・訪問マッサージ事業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在宅に、医療の手を。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船橋エリアで、訪問マッサージの新しい拠点を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立ち上げます。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983480"/>
            <a:ext cx="539496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面談用資料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WE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立ち上げる体制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細かい説明は省きます。要は、実績ある仕組み × 承認済みエリア × 経営は私が回す、の3つです。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57400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オーロラの訪問マッサージFCの仕組みを活用。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医療保険×在宅のオペレーションは確立済み。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82112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82112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エリア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73552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船橋市はテリトリー承認済み。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後期高齢者8万人超／3駅圏の需要を狙える。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98264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98264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経営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489704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集客・ケアマネ連携・資金・事務はKHDが担う。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現場が施術に集中できる土台をつくる。</a:t>
            </a:r>
          </a:p>
        </p:txBody>
      </p:sp>
      <p:pic>
        <p:nvPicPr>
          <p:cNvPr id="18" name="Picture 17" descr="p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03120"/>
            <a:ext cx="4023360" cy="3313355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7543800" y="5489627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船橋に構える事業拠点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TEAM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お任せしたいこと、私が引き受けること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現場の質はプロに敵いません。だから役割を分けて、お互いの強みで長く続く拠点をつくりたい。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53492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3492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現場 ──  あなたにお任せしたい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施術の質・臨床判断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患者さんとの信頼関係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現場のオペレーション最適化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プロの領域は、信頼してお任せします。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5349240" cy="3200400"/>
          </a:xfrm>
          <a:prstGeom prst="rect">
            <a:avLst/>
          </a:prstGeom>
          <a:solidFill>
            <a:srgbClr val="F1ECE1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経営 ──  私が引き受ける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集客導線・ケアマネ連携の仕組み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資金・制度・許認可まわり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事務・バックオフィス全般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00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テリトリー・資金・仕組みは、私の責任で用意します。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現場のプロ  ×  経営の仕組み  ──  どちらが欠けても続かない。だから組みたい。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働き方と、大切にしたい考え方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条件の細部は対話で決めたい。でも“考え方”だけは最初に揃えておきたいです。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640080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事業の芯にしたい考え方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売り込まない。相手目線でGIVEし、</a:t>
            </a:r>
          </a:p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信頼の対価としていただく。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5935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患者さん・ケアマネさんに、まず誠実であること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970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71416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数を追うより、地域で長く信頼される拠点にすること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834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働く人が、正当に報われる仕組みにすること</a:t>
            </a:r>
          </a:p>
        </p:txBody>
      </p:sp>
      <p:pic>
        <p:nvPicPr>
          <p:cNvPr id="15" name="Picture 14" descr="p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297680" cy="2313232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315200" y="44348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処遇は、対話で決めます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0060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経験・役割に正当に報いる前提で、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お互い納得できる形を一緒に決めたい。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固定の枠に当てはめるつもりはありません。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3302443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760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まずは、お互いを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知るところから。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94760"/>
            <a:ext cx="5577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今日は口説く場ではありません。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お互いに見極める場だと思っています。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気になる点は、何でも遠慮なく聞いてください。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440680"/>
            <a:ext cx="5394960" cy="731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
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AI × CLINIC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クリニックのAI・LINE導入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まるごとおまかせ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2384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8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199632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チームてっかん  ｜  菊池 研太  ｜  @khd_medical01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600200"/>
            <a:ext cx="402336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600200"/>
            <a:ext cx="402336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36992" y="1783080"/>
            <a:ext cx="3694176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1792224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マイAI ｜ 紹介状ジェネレーター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36992" y="2276856"/>
            <a:ext cx="3694176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295144"/>
            <a:ext cx="35661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6E6E6E"/>
                </a:solidFill>
                <a:latin typeface="Hiragino Sans"/>
              </a:rPr>
              <a:t>カルテから抽出中… 患者ID / 主訴 / 既往歴 / 処方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36992" y="2843784"/>
            <a:ext cx="3694176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91693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AA2E26"/>
                </a:solidFill>
                <a:latin typeface="Hiragino Sans"/>
              </a:rPr>
              <a:t>AI生成プレビュー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191256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447288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拝啓  時下ますますご清栄のことと…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3703320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下記の患者をご紹介申し上げます。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3959352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診断: ＿＿＿  /  所見: ＿＿＿＿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4215384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36992" y="4251960"/>
            <a:ext cx="3694176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36992" y="4251960"/>
            <a:ext cx="3694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iragino Sans"/>
              </a:rPr>
              <a:t>⚡ 8分 → 数秒で下書き完了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864608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70万〜150万円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月10〜20時間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月1,200件超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520440"/>
                <a:gridCol w="3703320"/>
                <a:gridCol w="2130552"/>
              </a:tblGrid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問診業務 40〜70%減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電話件数 最大40〜80%減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書類時間 月30h以上減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点検時間 最大1/20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12064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1206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874520"/>
            <a:ext cx="4791456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83664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マイAI ｜ 紹介状ジェネレーター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368296"/>
            <a:ext cx="4791456" cy="4572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86584"/>
            <a:ext cx="4663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6E6E6E"/>
                </a:solidFill>
                <a:latin typeface="Hiragino Sans"/>
              </a:rPr>
              <a:t>カルテから抽出中… 患者ID / 主訴 / 既往歴 / 処方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935224"/>
            <a:ext cx="479145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0083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AA2E26"/>
                </a:solidFill>
                <a:latin typeface="Hiragino Sans"/>
              </a:rPr>
              <a:t>AI生成プレビュー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282696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538728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拝啓  時下ますますご清栄のことと…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3794760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下記の患者をご紹介申し上げます。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4050792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診断: ＿＿＿  /  所見: ＿＿＿＿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306824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" y="5440680"/>
            <a:ext cx="4791456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440680"/>
            <a:ext cx="47914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Hiragino Sans"/>
              </a:rPr>
              <a:t>⚡ 8分 → 数秒で下書き完了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321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1691640"/>
            <a:ext cx="5788152" cy="26060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7880" y="16916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856232"/>
            <a:ext cx="5422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📊 削減効果ダッシュボード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743201"/>
            <a:ext cx="502920" cy="960119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487169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Hiragino Sans"/>
              </a:rPr>
              <a:t>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3989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問診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948940"/>
            <a:ext cx="502920" cy="754380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692908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Hiragino Sans"/>
              </a:rPr>
              <a:t>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73989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電話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852928"/>
            <a:ext cx="502920" cy="850392"/>
          </a:xfrm>
          <a:prstGeom prst="rect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596896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Hiragino Sans"/>
              </a:rPr>
              <a:t>62%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73989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書類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2468880"/>
            <a:ext cx="502920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2212848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Hiragino Sans"/>
              </a:rPr>
              <a:t>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73989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E6E6E"/>
                </a:solidFill>
                <a:latin typeface="Hiragino Sans"/>
              </a:rPr>
              <a:t>レセプト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343400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4754880"/>
            <a:ext cx="5788152" cy="123444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07608" y="4864608"/>
            <a:ext cx="5568696" cy="101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4937760"/>
            <a:ext cx="5330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67A35"/>
                </a:solidFill>
                <a:latin typeface="Hiragino Sans"/>
              </a:rPr>
              <a:t>LINE 問診・予約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56248" y="5303520"/>
            <a:ext cx="4873752" cy="365760"/>
          </a:xfrm>
          <a:prstGeom prst="rect">
            <a:avLst/>
          </a:prstGeom>
          <a:solidFill>
            <a:srgbClr val="9A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5321808"/>
            <a:ext cx="46908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Hiragino Sans"/>
              </a:rPr>
              <a:t>来院前にスマホで問診✓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3912" y="5742432"/>
            <a:ext cx="4873752" cy="36576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5352" y="5760720"/>
            <a:ext cx="46908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Hiragino Sans"/>
              </a:rPr>
              <a:t>予約日をお選びください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56248" y="6181344"/>
            <a:ext cx="4873752" cy="365760"/>
          </a:xfrm>
          <a:prstGeom prst="rect">
            <a:avLst/>
          </a:prstGeom>
          <a:solidFill>
            <a:srgbClr val="9A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7688" y="6199632"/>
            <a:ext cx="46908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Hiragino Sans"/>
              </a:rPr>
              <a:t>○/○ 10:00 で予約完了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669280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③ LINE問診・予約｜Lステップ連携（患者スマホ）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書類作成のDX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17136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5592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電話業務のDX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8472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2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48472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5592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59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297680"/>
            <a:ext cx="10725912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問診 −42h ＋ レセプト −45h ＋ 電話 −40h ＋ 書類 −12h ＝ 月139時間削減（フルタイム約1名分の余力創出）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009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→ 月139h × 1,729円 ＝ 月 約24万円削減 → 年 約288万円。成果報酬を引いて、院に残る効果は 約202万円/年。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RISK-ZERO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他社に頼むと「先行投資リスク」を抱える ── 業界価格の真実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他社は効果が出なくても固定費が発生。当サービスだけ唯一のノーリスク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45920"/>
          <a:ext cx="11365992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148840"/>
                <a:gridCol w="2148840"/>
                <a:gridCol w="2148840"/>
                <a:gridCol w="313639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一般ITベンダー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大手DXコンサル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自社アプリ単体販売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業務分析・高額導入支援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20万〜数十万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100〜300万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1.5〜5万(固定)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50〜300万(固定)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5〜20万(固定)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稼働問わず固定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稼働ベース固定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削減人件費の30%のみ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自力運用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別料金で高額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3ヶ月伴走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高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極めて高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A2E26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2D8D6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69164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7830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2D8D6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2004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69164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7830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185416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2D8D6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200400"/>
            <a:ext cx="3063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4617720"/>
            <a:ext cx="3154680" cy="128016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70916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9834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AA2E26"/>
                </a:solidFill>
                <a:latin typeface="Hiragino Sans"/>
              </a:rPr>
              <a:t>月 16.8万円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55778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（年 約200万円）／効果0なら支払い0円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中立選定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一気通貫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リスクゼロ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ご相談はお気軽に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9923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126480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02352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49824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560320"/>
            <a:ext cx="4160520" cy="3611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7889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920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2D8D6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
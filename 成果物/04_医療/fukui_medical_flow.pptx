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SALES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40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Hiragino Sans"/>
              </a:rPr>
              <a:t>AI医療コンサル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AA2E26"/>
                </a:solidFill>
                <a:latin typeface="Hiragino Sans"/>
              </a:rPr>
              <a:t>受注までの設計図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福井面談を起点に、最初の1院を「初期0円・成果報酬・リスクゼロ」で獲得するまでの全工程。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弾＝提案デッキ clinic_dx_v8（全11枚）。本書はその「撃ち方」。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53212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チームてっかん  ｜  菊池 研太  ｜  04コンサル本部（李牧）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AI医療コンサル 受注ロードマップ  ｜  04コンサル本部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福井起点 ── 受注までの6ステップ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「福井に動いてもらう」のがゴールではない。最初の1院の「実名」を取り、自分で繋がるまでが設計。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65960"/>
            <a:ext cx="17830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1783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9397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Sans"/>
              </a:rPr>
              <a:t>STAGE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346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福井へ打診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383280"/>
            <a:ext cx="685800" cy="25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566160"/>
            <a:ext cx="15636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改まって30分の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壁打ち枠を取る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33375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3432" y="1965960"/>
            <a:ext cx="17830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3432" y="1965960"/>
            <a:ext cx="1783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3432" y="209397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Sans"/>
              </a:rPr>
              <a:t>STAGE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28346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福井面談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62072" y="3383280"/>
            <a:ext cx="685800" cy="25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566160"/>
            <a:ext cx="15636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商品理解＋紹介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＋座組み合意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8224" y="33375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15384" y="1965960"/>
            <a:ext cx="17830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15384" y="1965960"/>
            <a:ext cx="1783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4" y="209397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Sans"/>
              </a:rPr>
              <a:t>STAGE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28346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医師アポ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4024" y="3383280"/>
            <a:ext cx="685800" cy="25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3566160"/>
            <a:ext cx="15636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「無料の削減試算」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で30分を獲得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176" y="33375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7336" y="1965960"/>
            <a:ext cx="17830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17336" y="1965960"/>
            <a:ext cx="1783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209397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Sans"/>
              </a:rPr>
              <a:t>STAGE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28346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提案(v8)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5976" y="3383280"/>
            <a:ext cx="685800" cy="25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3566160"/>
            <a:ext cx="15636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Slide6で自院ROIを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その場で自分ごと化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33375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9288" y="1965960"/>
            <a:ext cx="17830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9288" y="1965960"/>
            <a:ext cx="1783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9288" y="209397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Sans"/>
              </a:rPr>
              <a:t>STAGE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28346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無料コンサル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67928" y="3383280"/>
            <a:ext cx="685800" cy="25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9016" y="3566160"/>
            <a:ext cx="15636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競合分析＋報告書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でGIVE・信頼構築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3375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1965960"/>
            <a:ext cx="17830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21240" y="1965960"/>
            <a:ext cx="1783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209397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Sans"/>
              </a:rPr>
              <a:t>STAGE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8346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成果報酬契約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69880" y="3383280"/>
            <a:ext cx="685800" cy="25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30968" y="3566160"/>
            <a:ext cx="15636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測定合意→伴走→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承継/テナントへ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623560"/>
            <a:ext cx="1133856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562356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733288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李牧の鉄則 ── 福井は触媒。主語は常に菊池。並行で「温かいリスト」の医師を1名、依存の保険に取る。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AI医療コンサル 受注ロードマップ  ｜  04コンサル本部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TO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各段階：ゴールと「最初の一言」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迷ったらこの一言から入る。売り込まず、相談・無料診断（GIVE）で入口を開ける。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1127455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926080"/>
                <a:gridCol w="6519672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段階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この段階のゴール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キーになる一言（入口）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0 福井へ打診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30分の壁打ち枠を取る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「資料が完成形まで固まった。刺さりそうな先生いないか30分相談させて」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1 福井面談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具体名を1〜2件引き出す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「最初に当てるなら誰がいい？ ◯◯先生あたりどうでしょう」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2 医師アポ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無料試算で初回30分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「初期ゼロ・成果報酬です。まず無料で御院の削減効果を試算させてください」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3 提案(v8)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Slide6で自院ROIを体験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「事務さん何名ですか？ …3名なら年で約200万、院に残ります」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4 無料コンサル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信頼の対価を積む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「2週間計測みたいな面倒は一切不要。測定はこちらの仕事です」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5 契約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測定合意→伴走開始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「効果が出た分の3割だけ。出なければ0円。リスクは私が取ります」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AI医療コンサル 受注ロードマップ  ｜  04コンサル本部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座組み ── 福井（TAW）にもリターンが乗る形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紹介してもらう以上、叔父にも必ず果実を。利益分配は口頭で終わらせず「書面化」する。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Hiragino Sans"/>
              </a:rPr>
              <a:t>菊池（KHD）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AI導入の「中身」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154680"/>
            <a:ext cx="2697480" cy="2540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提案・無料コンサル・導入・3ヶ月伴走まで実行。リスク（成果報酬）はこちらが負う。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783080"/>
            <a:ext cx="361188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78308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05740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Hiragino Sans"/>
              </a:rPr>
              <a:t>福井（TAW）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6060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医師ネットワーク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1456" y="3154680"/>
            <a:ext cx="2697480" cy="2540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333756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最初の1院への紹介・信頼の貸与。これが「温かい入口」になる。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783080"/>
            <a:ext cx="361188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78308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05740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Hiragino Sans"/>
              </a:rPr>
              <a:t>共に取る果実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6060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承継・テナント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22792" y="3154680"/>
            <a:ext cx="2697480" cy="2540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333756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AIを入口に承継/テナント相談(110万/件)へ。ここは一緒に取りにいく。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3776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★ 必ず書面化 ── 紹介料 or 承継・テナント案件化時の分配ルールを、契約前に1枚で取り決める。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AI医療コンサル 受注ロードマップ  ｜  04コンサル本部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NEXT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次の一手 ── これだけは先に潰す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資料完成はゴールじゃない。アポ1件がゴール。下の4つを動かす。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1874519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候補医師を用意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06040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福井に出す「カード」＝最初に当てる先生1〜2名の実名を、面談前に決めておく。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5486400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83080"/>
            <a:ext cx="109728" cy="1874519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05740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木曜30分を確保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606040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火曜に会う前にLINEで打診。改めて木曜に30分の壁打ち枠をもらう。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23359"/>
            <a:ext cx="5486400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23359"/>
            <a:ext cx="109728" cy="1874519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1959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97679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並行リスト1名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46319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福井依存の保険。リベ大の医師など「温かい接点」を1名、同じトークで当てる。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23359"/>
            <a:ext cx="5486400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023359"/>
            <a:ext cx="109728" cy="1874519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59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297679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利益分配を書面化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846319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福井との座組み（紹介料 or 案件化時の分配）を1枚で取り決める。口頭で流さない。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
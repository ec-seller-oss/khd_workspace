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08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>
                <a:solidFill>
                  <a:srgbClr val="1A1A1A"/>
                </a:solidFill>
                <a:latin typeface="Hiragino Sans"/>
              </a:rPr>
              <a:t>クリニック経営の全体像と、</a:t>
            </a:r>
          </a:p>
          <a:p>
            <a:pPr algn="l">
              <a:lnSpc>
                <a:spcPct val="112000"/>
              </a:lnSpc>
            </a:pPr>
            <a:r>
              <a:rPr sz="2700" b="1">
                <a:solidFill>
                  <a:srgbClr val="1A1A1A"/>
                </a:solidFill>
                <a:latin typeface="Hiragino Sans"/>
              </a:rPr>
              <a:t>KHDが効く所（現状 → 未来）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Hiragino Sans"/>
              </a:rPr>
              <a:t>経営のどこで、AIが効くか。いま「できていないこと」が、こう変わる。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特定のツールを売る会社ではありません。経営の「どこでも」入って、AIで「何でも」小さく作って試せる——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それが、KHDのAI医療コンサルです。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KHD ｜ AI医療コンサル ── クリニック経営の全体像と、効く所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まず全体像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クリニック経営は「5つの箱」で回っている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患者さんは ①→②→③→④ を回り、再診で①に戻る（継続）。⑤が土台。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542032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① 集患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見つけてもらう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(HP・地図・紹介)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6888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2542032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② 受付・予約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517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来てもらう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(電話・受付・順番)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6888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965960"/>
            <a:ext cx="2542032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③ 診療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診る・記録する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(問診・カルテ)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468880"/>
            <a:ext cx="347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1965960"/>
            <a:ext cx="2542032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1488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④ 再診・継続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6517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また来てもらう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(次回予約・定期)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118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↩ 再診・継続で ① に戻る（このループが太いほど、経営は安定）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14800"/>
            <a:ext cx="11183112" cy="128016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11480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2245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⑤ バックオフィス（土台）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4515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記帳・税務／IT導入補助金／採用・定着／承継・M&amp;A・診療圏（開業・分院）。表に出ないが、ここが崩れると全部止まる。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KHD ｜ AI医療コンサル ── クリニック経営の全体像と、効く所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現状 → 未来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いま「できていないこと」が、AIでこう変わる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ここを全員で揃える。推測でなく、現状を見える化してから。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663440"/>
                <a:gridCol w="4416552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経営の箱</a:t>
                      </a:r>
                    </a:p>
                  </a:txBody>
                  <a:tcPr anchor="ctr" marL="82296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いま できていないこと（現状）</a:t>
                      </a:r>
                    </a:p>
                  </a:txBody>
                  <a:tcPr anchor="ctr" marL="82296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KHDのAIで こう変わる（未来）</a:t>
                      </a:r>
                    </a:p>
                  </a:txBody>
                  <a:tcPr anchor="ctr" marL="82296" marR="45720" marT="18288" marB="18288">
                    <a:solidFill>
                      <a:srgbClr val="AA2E2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① 集患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HP/MEOが弱い。「何で知ったか」も紙で死蔵＝流入が不明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HP刷新・地図最適化＋問診で流入を自動で数値化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② 受付・予約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電話・紙・アイコールのみ。来院の前後に手が届かない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LINEで問診・予約・リマインド・お知らせを足す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③ 診療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入力・転記・紹介状・カルテ化の手間が残業に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AI入力・音声・Stream Deck・定型文で時短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④ 再診・継続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人力の架電で取りこぼし→月末残業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次回予約・CPAP自動・離脱の掘り起こしで継続</a:t>
                      </a:r>
                    </a:p>
                  </a:txBody>
                  <a:tcPr anchor="ctr" marL="82296" marR="45720" marT="18288" marB="18288">
                    <a:solidFill>
                      <a:srgbClr val="F9F6E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⑤ バックオフィス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補助金・記帳・採用・承継が手つかず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補助金申請支援・診療圏調査・承継コンサル</a:t>
                      </a:r>
                    </a:p>
                  </a:txBody>
                  <a:tcPr anchor="ctr" marL="82296" marR="45720" marT="18288" marB="18288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KHD ｜ AI医療コンサル ── クリニック経営の全体像と、効く所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どこでも入れる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KHDが効く所マップ ── 経営の箱 × 打ち手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特定の1機能でなく、経営のどこにでも。だから「刺さる1つ」から選べる。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183112" cy="7498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91440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① 集患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828800"/>
            <a:ext cx="8412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Hiragino Sans"/>
              </a:rPr>
              <a:t>HP / MEO / オウンドメディア × AI / 流入の見える化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70048"/>
            <a:ext cx="11183112" cy="7498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91440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② 受付・予約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70048"/>
            <a:ext cx="8412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Hiragino Sans"/>
              </a:rPr>
              <a:t>公式LINE（問診・予約・リマインド・FAQ・お知らせ）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11183112" cy="7498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11296"/>
            <a:ext cx="91440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11296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③ 診療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11296"/>
            <a:ext cx="8412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Hiragino Sans"/>
              </a:rPr>
              <a:t>AI入力 / 音声カルテ / Stream Deck / 紹介状AI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52544"/>
            <a:ext cx="11183112" cy="7498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52544"/>
            <a:ext cx="91440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52544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④ 再診・継続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52544"/>
            <a:ext cx="8412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Hiragino Sans"/>
              </a:rPr>
              <a:t>次回予約・CPAP自動 / 離脱の掘り起こし / 追客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93792"/>
            <a:ext cx="11183112" cy="7498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193792"/>
            <a:ext cx="91440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93792"/>
            <a:ext cx="22860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⑤ バックオフィス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93792"/>
            <a:ext cx="8412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Hiragino Sans"/>
              </a:rPr>
              <a:t>IT補助金支援 / 診療圏調査 / 承継・M&amp;A / 記帳効率化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KHD ｜ AI医療コンサル ── クリニック経営の全体像と、効く所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なぜ KHD 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「どこでも・何でもできるAI」の強み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製品を売る会社にはできない立ち位置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中立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特定ツールを売らない。課題から最適な打ち手を選ぶ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751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実物を0円で作る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資料で終わらせない。AIで動く実物を作って見せる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54864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753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速い・柔軟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233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従来20〜250万のものを0円〜。その場で直せる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429000"/>
            <a:ext cx="54864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42900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5753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経営×現場の両目線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数字（経営）と、スタッフの手間（現場）の両方を見る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2920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29200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他社は「自社製品を売る」。KHDは「クリニックがAIを使いこなせるようにする」＝中立で、経営のどこでも伴走する。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KHD ｜ AI医療コンサル ── クリニック経営の全体像と、効く所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はじめ方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まず「無料診断」で、現状を見える化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推測でなく数字で。そこから未来図を一緒に描きます。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69748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① 無料診断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経営の5つの箱を一緒に棚卸し。今の数字を見える化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011680"/>
            <a:ext cx="269748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1945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② 刺さる1つ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8803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効果が大きい所を1つ選ぶ（LINEとは限らない）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2011680"/>
            <a:ext cx="269748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945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③ 0円で小さく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8803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AIで実物を作って試す。負担なく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9136" y="2011680"/>
            <a:ext cx="269748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2011680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21945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④ 測って広げる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88036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前後を数字で比較。効いた所だけ拡大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34840"/>
            <a:ext cx="11183112" cy="91440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434840"/>
            <a:ext cx="91440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4348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御院に合うかどうか、一緒に確かめながら。まず小さく、いつでも見直せます。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
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THE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完成したらこうなる ── 患者の流れがLINEに乗る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LINEハーネス＝LINE公式＋配信ツール（エルメ/Lステップ）＋リッチメニュー＋導線 を組んだ「仕組み一式」。製品でなく、この箱を当社が組む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94560"/>
            <a:ext cx="1627632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友だち追加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受付QR・HPボタン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03704" y="2852928"/>
            <a:ext cx="22860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1448" y="2194560"/>
            <a:ext cx="1627632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4144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リッチメニュー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6ボタンを常設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78224" y="2852928"/>
            <a:ext cx="22860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2194560"/>
            <a:ext cx="1627632" cy="1737360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タップ先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予約/問診/FAQ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52744" y="2852928"/>
            <a:ext cx="22860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0488" y="2194560"/>
            <a:ext cx="1627632" cy="1737360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自動リマインド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CPAP/前日に配信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27264" y="2852928"/>
            <a:ext cx="22860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65008" y="2194560"/>
            <a:ext cx="1627632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来院率UP・電話減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取りこぼし防止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701784" y="2852928"/>
            <a:ext cx="228600" cy="41148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39528" y="2194560"/>
            <a:ext cx="1627632" cy="17373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9528" y="2194560"/>
            <a:ext cx="16276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9528" y="234086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A2E26"/>
                </a:solidFill>
                <a:latin typeface="Hiragino San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30968" y="2743200"/>
            <a:ext cx="1444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1A1A"/>
                </a:solidFill>
                <a:latin typeface="Hiragino Sans"/>
              </a:rPr>
              <a:t>残業が減る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0968" y="3401568"/>
            <a:ext cx="1444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月末の山を平準化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↑ 赤い2つ（③タップ先・④リマインド）が、今つくる中身＝①と②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89204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89204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489204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今できているもの：リッチメニュー画像・動くデモ・開設キット。 残るは「ボタンを押した先の中身（①）」と「自動で届く文面（②）」だけ。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623560"/>
            <a:ext cx="11183112" cy="56692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562356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6235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Hiragino Sans"/>
              </a:rPr>
              <a:t>LIVE公開に要るのは2つだけ：先生の「作ってOK」＋ LINE登録の電話認証（菊池の1タップ）。揃えば30分で公開。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GOAL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リッチメニューを押した先 ── この3画面の中身をつくる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「ボタンはあるが中身が空」を埋める。完成後、患者はLINE内でここまで完結する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ご予約・再診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39572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39572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診療科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9572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一般内科 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94436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94436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希望日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4436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6/28(土) 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349300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時間帯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9300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10:00 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4114800"/>
            <a:ext cx="265176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11480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予約を確定する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Web問診（来院前）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3957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23957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□ 発熱・咳・鼻水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8529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8529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□ 胸の症状（CPAP）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3101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33101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既往歴：＿＿＿＿＿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7673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37673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服用中の薬：＿＿＿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224528"/>
            <a:ext cx="265176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22452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送信する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よくある質問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395728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7928" y="2395728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本人確認・マイナ保険証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2926080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7928" y="292608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受付・順番のルール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8200" y="3456432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3456432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化学物質過敏症のご相談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986784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7928" y="3986784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休診日・診療時間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① 予約フォーム（予約URL）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② Web問診フォーム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③ FAQページ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94360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594360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594360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①でつくるのは、この3画面の「中身」。アンケート直結：予約=CPAP離脱対策／問診=待ち時間短縮／FAQ=本人確認・化学物質過敏症の電話を減らす。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GOAL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自動で届く ── 再診リマインド3本の中身をつくる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患者のLINEにこう届く。CPAPの取りこぼし→月末残業を、文面の自動配信で減らす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4114800" cy="4160520"/>
          </a:xfrm>
          <a:prstGeom prst="roundRect">
            <a:avLst/>
          </a:prstGeom>
          <a:solidFill>
            <a:srgbClr val="97B3C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411480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京橋クリニック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432304"/>
            <a:ext cx="35661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432304"/>
            <a:ext cx="334670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【京橋クリニック】CPAPをご利用の皆さまへ。今月の定期診察の時期です。データ確認と処方のため、ご予約をお願いします ▶ ご予約はこちら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675888"/>
            <a:ext cx="3566160" cy="932688"/>
          </a:xfrm>
          <a:prstGeom prst="rect">
            <a:avLst/>
          </a:prstGeom>
          <a:solidFill>
            <a:srgbClr val="8DE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75888"/>
            <a:ext cx="334670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3360A"/>
                </a:solidFill>
                <a:latin typeface="Hiragino Sans"/>
              </a:rPr>
              <a:t>ご予約ありがとうございます。6/28(土)10:00 でお取りしました。変更は『予約変更』とお送りください。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718304"/>
            <a:ext cx="35661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718304"/>
            <a:ext cx="334670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明日6/28(土)10:00 のご予約です。保険証をお持ちください。来院前のWeb問診で待ち時間が短くなります ▶ 問診を始める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828800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9240" y="1828800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193852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① CPAP定期リマインド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33172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タイミング：毎月初／対象=CPAP・定期タグ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596896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狙い：毎月来ない人の取りこぼし防止＝月末まとめ会計の残業を削る（効果が数字で出る一手）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3127248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9240" y="3127248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3236976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② 予約確認（自動返信）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630168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タイミング：予約された直後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3895344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狙い：予約の取り違え・無断キャンセルを防ぐ。変更導線もLINE内に集約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4425696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49240" y="4425696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4535424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③ 前日リマインド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928616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タイミング：予約前日18時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5193792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狙い：来院率UP＋Web問診へ誘導で当日の受付・待ち時間を短縮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08076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608076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0807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②でつくるのは、この3本の「文面」。配信はエルメ無料で着手 → 来院率と月末残業を1〜2ヶ月測れば、成果報酬の根拠になる。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
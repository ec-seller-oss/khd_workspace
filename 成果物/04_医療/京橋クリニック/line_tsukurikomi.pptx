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0800" cy="5943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京橋クリニック 公式LINE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544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>
                <a:solidFill>
                  <a:srgbClr val="1A1A1A"/>
                </a:solidFill>
                <a:latin typeface="Hiragino Sans"/>
              </a:rPr>
              <a:t>作り込み案（次回ご確認用）</a:t>
            </a:r>
          </a:p>
          <a:p>
            <a:pPr algn="l">
              <a:lnSpc>
                <a:spcPct val="112000"/>
              </a:lnSpc>
            </a:pPr>
            <a:r>
              <a:rPr sz="2900" b="1">
                <a:solidFill>
                  <a:srgbClr val="1A1A1A"/>
                </a:solidFill>
                <a:latin typeface="Hiragino Sans"/>
              </a:rPr>
              <a:t>まずは「問診票」から。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4290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Hiragino Sans"/>
              </a:rPr>
              <a:t>前回（6/25）いただいた皆さまの声を、具体的な中身に落とし込みました。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10515600" cy="1051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206240"/>
            <a:ext cx="91440" cy="1051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全部を一度にやりません。まず「問診票」から、無料で小さく。効いた所から広げます。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作り込み案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前回（6/25）の確認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ここまで決まりました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この前提のうえで、中身を詰めます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91440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399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① LINE導入＝方向OK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24327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「やる方向で」とご判断いただきました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874519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874519"/>
            <a:ext cx="91440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2057399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② スタートは来週〜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24327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具体的な日程は、福井さんと調整します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03319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03319"/>
            <a:ext cx="91440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86199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③ まずは「問診票」から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453127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入口は問診。小さく始めます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3703319"/>
            <a:ext cx="5486400" cy="15544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3703319"/>
            <a:ext cx="91440" cy="15544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86199"/>
            <a:ext cx="5074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④ リマインドはデフォルトON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53127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看護師長のご意見を反映し、まずON設定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作り込み案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全体像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問診を入口に、段階で広げる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全部一度にやらない。問診から小さく、効いた所だけ次へ。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1280160"/>
          </a:xfrm>
          <a:prstGeom prst="rect">
            <a:avLst/>
          </a:prstGeom>
          <a:solidFill>
            <a:srgbClr val="E1F5EE"/>
          </a:solidFill>
          <a:ln w="1524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109728" cy="128016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6E56"/>
                </a:solidFill>
                <a:latin typeface="Hiragino Sans"/>
              </a:rPr>
              <a:t>まず（P1）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Hiragino Sans"/>
              </a:rPr>
              <a:t>① Web問診（一般／健診／化学物質過敏症）　＋　② 再診リマインド（デフォルトON）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46120"/>
            <a:ext cx="11183112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46120"/>
            <a:ext cx="109728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5584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次に（P2）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49039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A1A1A"/>
                </a:solidFill>
                <a:latin typeface="Hiragino Sans"/>
              </a:rPr>
              <a:t>③ CPAPの次回予約 自動送付　／　④ 再診促し（ザオラル→LINE）　／　⑤ 化学物質過敏症・健診の問診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63440"/>
            <a:ext cx="11183112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66344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横串の効能：次回予約をきちんと取る＝取りこぼし防止＋「必ず取ってますよ」が国へのアピールにも。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作り込み案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① Web問診（ここからスタート）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来院前にスマホで記入 → 受付の聞き取り・転記が減る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先生からいただいたテンプレを反映。斉藤内科さんの導線を参考に。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621024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621024" cy="5486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334670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</a:rPr>
              <a:t>一般の問診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16382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ふだんの受診向け。来院前にスマホで記入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1920240"/>
            <a:ext cx="3621024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920240"/>
            <a:ext cx="3621024" cy="5486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5696" y="1993392"/>
            <a:ext cx="334670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</a:rPr>
              <a:t>健診の問診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606040"/>
            <a:ext cx="316382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健診の問診はLINEでOK（ご意見どおり）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2" y="1920240"/>
            <a:ext cx="3621024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2" y="1920240"/>
            <a:ext cx="3621024" cy="5486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993392"/>
            <a:ext cx="3346704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Hiragino Sans"/>
              </a:rPr>
              <a:t>化学物質過敏症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606040"/>
            <a:ext cx="316382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LINEが特に響く層。問診後に先生がお電話フォロー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77639"/>
            <a:ext cx="11183112" cy="141732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91440" cy="14173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0690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C241D"/>
                </a:solidFill>
                <a:latin typeface="Hiragino Sans"/>
              </a:rPr>
              <a:t>設計のしかた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07408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・ベンチマーク：斉藤内科さん（デジスマ診療）の問診導線を参考に、迷わない流れに。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・先生からいただいたテンプレをベースに、京橋仕様へ。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A1A1A"/>
                </a:solidFill>
                <a:latin typeface="Hiragino Sans"/>
              </a:rPr>
              <a:t>・送信されたら自動でお礼＋タグ付け。受付は一覧で確認できます。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作り込み案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② 再診リマインド（デフォルトON）＋ CPAP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取りこぼしを、仕組みで防ぐ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看護師長のご意見を反映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11183112" cy="1600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91440" cy="1600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再診リマインド（デフォルトON）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3347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看護師長のご意見どおり、まずはデフォルトでON。再診・定期の方に、来院の目安をLINEでそっとお知らせします。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11183112" cy="1600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703320"/>
            <a:ext cx="91440" cy="1600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CPAP定期 → 次回予約を自動送付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41655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これまで毎回は聞けていなかった次回予約を、事前設定で自動的にご案内。通院の途切れを防ぎます。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32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※ どちらも「お知らせ」止まり。患者さんの判断・医療の判断は、これまでどおり人が行います。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作り込み案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③ 再診促し ── 事務の架電を、LINEで軽く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いまの大変さを、仕組みで肩代わり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先生のお電話は「本当に必要な人」だけに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26517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50292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83664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いま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6888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・最近来ていない方へ、事務が一人ずつ架電（大変）。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・その後、先生もお電話。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・不在・ご出張で、結局つながらないことも多い。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828800"/>
            <a:ext cx="5486400" cy="2651760"/>
          </a:xfrm>
          <a:prstGeom prst="rect">
            <a:avLst/>
          </a:prstGeom>
          <a:solidFill>
            <a:srgbClr val="E1F5EE"/>
          </a:solidFill>
          <a:ln w="1524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828800"/>
            <a:ext cx="5486400" cy="50292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883664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これから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・離れかけの方へ、LINEで次回予約の導線を。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・事務の架電を減らし、不在でも予約が取れる。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・先生のお電話は「本当に必要な人」だけに集中。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66344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663440"/>
            <a:ext cx="10789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8C241D"/>
                </a:solidFill>
                <a:latin typeface="Hiragino Sans"/>
              </a:rPr>
              <a:t>おまけの効能：次回予約をきちんと取る＝「必ず取ってますよ」が、国へのアピールにもなります。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京橋クリニック 公式LINE 作り込み案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ご確認 ＆ 次の一手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ここだけ、教えてください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あとは、こちらで作り込みます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2377440"/>
          </a:xfrm>
          <a:prstGeom prst="rect">
            <a:avLst/>
          </a:prstGeom>
          <a:solidFill>
            <a:srgbClr val="F4E4E2"/>
          </a:solidFill>
          <a:ln w="1270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91440" cy="23774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確認したい2点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23160"/>
            <a:ext cx="5029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①「最後の1週間」に架電、の運用の意味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（再診促しの設計に効きます）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② サインエコーのLINE導入、とは？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（どんなご要望か、もう少し）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828800"/>
            <a:ext cx="5486400" cy="23774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828800"/>
            <a:ext cx="91440" cy="23774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93852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いただきたいもの・次の流れ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423160"/>
            <a:ext cx="5029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・問診テンプレの現物（反映します）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・次回（納品アポ）で、この作り込みでGO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　→ 設定 → 運用開始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・問診の「実物」もお見せします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526280"/>
            <a:ext cx="11183112" cy="914400"/>
          </a:xfrm>
          <a:prstGeom prst="rect">
            <a:avLst/>
          </a:prstGeom>
          <a:solidFill>
            <a:srgbClr val="E1F5EE"/>
          </a:solidFill>
          <a:ln w="1524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526280"/>
            <a:ext cx="91440" cy="91440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526280"/>
            <a:ext cx="107899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0F6E56"/>
                </a:solidFill>
                <a:latin typeface="Hiragino Sans"/>
              </a:rPr>
              <a:t>まず「問診」から、無料で小さく。合わなければ、いつでも見直せます。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
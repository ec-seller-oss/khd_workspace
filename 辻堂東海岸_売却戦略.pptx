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Yu Gothic"/>
              </a:rPr>
              <a:t>辻堂東海岸3丁目 7239-245　売却戦略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0DDDB"/>
                </a:solidFill>
                <a:latin typeface="Yu Gothic"/>
              </a:rPr>
              <a:t>駐車ネックを解消し、業者買取3,400万円＋将来の出口を最大化する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97480"/>
            <a:ext cx="36118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3611880" cy="640080"/>
          </a:xfrm>
          <a:prstGeom prst="rect">
            <a:avLst/>
          </a:prstGeom>
          <a:solidFill>
            <a:srgbClr val="E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Yu Gothic"/>
              </a:rPr>
              <a:t>① 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売れない原因は
駐車場が狭いこと
（軽でも停めたい買主条件に届かず）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2697480"/>
            <a:ext cx="36118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2697480"/>
            <a:ext cx="3611880" cy="640080"/>
          </a:xfrm>
          <a:prstGeom prst="rect">
            <a:avLst/>
          </a:prstGeom>
          <a:solidFill>
            <a:srgbClr val="E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788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Yu Gothic"/>
              </a:rPr>
              <a:t>② 打ち手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352044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南側ブロックを後退・解体し
駐車スペースを確保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3" y="2697480"/>
            <a:ext cx="36118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3" y="2697480"/>
            <a:ext cx="3611880" cy="640080"/>
          </a:xfrm>
          <a:prstGeom prst="rect">
            <a:avLst/>
          </a:prstGeom>
          <a:solidFill>
            <a:srgbClr val="E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3" y="2788920"/>
            <a:ext cx="3291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AA2E26"/>
                </a:solidFill>
                <a:latin typeface="Yu Gothic"/>
              </a:rPr>
              <a:t>③ 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352044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荻原様(湘和地所)が買取検討
来週3,400万買付見込み
業者買取＝仲介手数料0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※氏名・地番は全部事項(2025/6/24)準拠。金額は概算・要精査。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492240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制作：テナントアシスト・ウイン　菊池研太　｜　辻堂東海岸3丁目 7239-245　｜　2026-06-05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822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"/>
            <a:ext cx="11521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Yu Gothic"/>
              </a:rPr>
              <a:t>① 現況（ファクト）</a:t>
            </a:r>
          </a:p>
        </p:txBody>
      </p:sp>
      <p:pic>
        <p:nvPicPr>
          <p:cNvPr id="5" name="Picture 4" descr="tsujido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120640" cy="3620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864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▲ 地積測量図（測図）出典:法務局 2025/6/24</a:t>
            </a:r>
          </a:p>
          <a:p>
            <a:pPr algn="l"/>
            <a:r>
              <a:rPr sz="1300" b="1">
                <a:solidFill>
                  <a:srgbClr val="AA2E26"/>
                </a:solidFill>
                <a:latin typeface="Yu Gothic"/>
              </a:rPr>
              <a:t>北東に公道（東4.6m）／間口 約2.0m＝狭い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188720"/>
            <a:ext cx="62179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Yu Gothic"/>
              </a:rPr>
              <a:t>・売主地=7239-245+985（松井様）/ 土地約139.78㎡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Yu Gothic"/>
              </a:rPr>
              <a:t>・接道=北東の公道に間口 約2.0m（狭い）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Yu Gothic"/>
              </a:rPr>
              <a:t>・北側隣地=7239-246 櫻井照雄様（単独所有）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Yu Gothic"/>
              </a:rPr>
              <a:t>・西/南側隣地=7239-449 共有4名</a:t>
            </a:r>
          </a:p>
          <a:p>
            <a:pPr algn="l"/>
            <a:r>
              <a:rPr sz="1500" b="0">
                <a:solidFill>
                  <a:srgbClr val="6E6E6E"/>
                </a:solidFill>
                <a:latin typeface="Yu Gothic"/>
              </a:rPr>
              <a:t>　└ 柏木洋子・菊池英一・清水信敬・清水澄子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3977639"/>
            <a:ext cx="6217920" cy="1280160"/>
          </a:xfrm>
          <a:prstGeom prst="rect">
            <a:avLst/>
          </a:prstGeom>
          <a:solidFill>
            <a:srgbClr val="E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4114800"/>
            <a:ext cx="5760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AA2E26"/>
                </a:solidFill>
                <a:latin typeface="Yu Gothic"/>
              </a:rPr>
              <a:t>★ 売却ネック</a:t>
            </a:r>
          </a:p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駐車場が狭い。買主層は「軽でも駐車場が確保できること」を条件にする方が多く、ここで止まっている。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492240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制作：テナントアシスト・ウイン　菊池研太　｜　辻堂東海岸3丁目 7239-245　｜　2026-06-05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822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"/>
            <a:ext cx="11521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Yu Gothic"/>
              </a:rPr>
              <a:t>② 課題 → 解決（駐車スペースの確保）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3949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94960" cy="54864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Yu Gothic"/>
              </a:rPr>
              <a:t>BEFORE（現況）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4663440" cy="457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Yu Gothic"/>
              </a:rPr>
              <a:t>公道(東)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4663440" cy="2743200"/>
          </a:xfrm>
          <a:prstGeom prst="rect">
            <a:avLst/>
          </a:prstGeom>
          <a:solidFill>
            <a:srgbClr val="F3EFE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7239-245 敷地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286000"/>
            <a:ext cx="2651760" cy="2194560"/>
          </a:xfrm>
          <a:prstGeom prst="rect">
            <a:avLst/>
          </a:prstGeom>
          <a:solidFill>
            <a:srgbClr val="D9E6F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108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Yu Gothic"/>
              </a:rPr>
              <a:t>建物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011680"/>
            <a:ext cx="164592" cy="2743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2E26"/>
                </a:solidFill>
                <a:latin typeface="Yu Gothic"/>
              </a:rPr>
              <a:t>南側
ブロック塀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2834640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718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AA2E26"/>
                </a:solidFill>
                <a:latin typeface="Yu Gothic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Yu Gothic"/>
              </a:rPr>
              <a:t>間口2m・塀が手前で駐車を取れない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7880" y="3108960"/>
            <a:ext cx="457200" cy="731520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234440"/>
            <a:ext cx="5394960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234440"/>
            <a:ext cx="539496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280160"/>
            <a:ext cx="5029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Yu Gothic"/>
              </a:rPr>
              <a:t>AFTER（南側ブロック後退）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937760"/>
            <a:ext cx="4663440" cy="457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9834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Yu Gothic"/>
              </a:rPr>
              <a:t>公道(東)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011680"/>
            <a:ext cx="4663440" cy="2743200"/>
          </a:xfrm>
          <a:prstGeom prst="rect">
            <a:avLst/>
          </a:prstGeom>
          <a:solidFill>
            <a:srgbClr val="F3EFE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057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7239-245 敷地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2286000"/>
            <a:ext cx="2651760" cy="2194560"/>
          </a:xfrm>
          <a:prstGeom prst="rect">
            <a:avLst/>
          </a:prstGeom>
          <a:solidFill>
            <a:srgbClr val="D9E6F0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1089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Yu Gothic"/>
              </a:rPr>
              <a:t>建物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011680"/>
            <a:ext cx="164592" cy="2743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65760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A2E26"/>
                </a:solidFill>
                <a:latin typeface="Yu Gothic"/>
              </a:rPr>
              <a:t>南側
ブロック塀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743200"/>
            <a:ext cx="1371600" cy="9144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軽1台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4068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Yu Gothic"/>
              </a:rPr>
              <a:t>→ ブロックを約1.5m後退で駐車を確保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492240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制作：テナントアシスト・ウイン　菊池研太　｜　辻堂東海岸3丁目 7239-245　｜　2026-06-05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92240"/>
            <a:ext cx="822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"/>
            <a:ext cx="11521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Yu Gothic"/>
              </a:rPr>
              <a:t>③ 実行プラン と 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Yu Gothic"/>
              </a:rPr>
              <a:t>■ タイムライン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38328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今週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大工と現地確認・見積
南側ブロックの確認作業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58768" y="2148840"/>
            <a:ext cx="320040" cy="457200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8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8808" y="1554480"/>
            <a:ext cx="338328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591056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来週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4884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大工見積を提示
3,400万円の買付見込み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80376" y="2148840"/>
            <a:ext cx="320040" cy="457200"/>
          </a:xfrm>
          <a:prstGeom prst="rightArrow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00416" y="15544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0416" y="1554480"/>
            <a:ext cx="3383280" cy="5029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37576" y="1591056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</a:rPr>
              <a:t>その後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14884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価格の目線合わせ
→ 売買契約・決済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429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Yu Gothic"/>
              </a:rPr>
              <a:t>■ 体制（登場人物）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23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Yu Gothic"/>
              </a:rPr>
              <a:t>荻原様 / 湘和地所レジデンス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買取検討中・近所在住
隣地折衝を業者主導＋情報共有
（駐車解消のキーマン）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78808" y="39319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4023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櫻井照雄様 / 北側 7239-246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617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単独所有・現地居住
H25立会済＝関係良好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3931920"/>
            <a:ext cx="33832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402336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Yu Gothic"/>
              </a:rPr>
              <a:t>共有4名 / 南側 7239-449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61772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柏木・菊池英一・清水信敬・清水澄子
★全員同意が前提（交渉難度高）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715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※留意：共有4名の同意取得／大工見積を理由にした追加指値に注意。一つずつ目線合わせ。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492240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制作：テナントアシスト・ウイン　菊池研太　｜　辻堂東海岸3丁目 7239-245　｜　2026-06-05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92240"/>
            <a:ext cx="822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46304"/>
            <a:ext cx="11521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Yu Gothic"/>
              </a:rPr>
              <a:t>④ 数字（手取り比較）と 実物（改装前後）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Yu Gothic"/>
              </a:rPr>
              <a:t>■ 手取り比較（概算）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08760"/>
          <a:ext cx="5577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業者買取(荻原/湘和)</a:t>
                      </a:r>
                    </a:p>
                  </a:txBody>
                  <a:tcPr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Yu Gothic"/>
                        </a:rPr>
                        <a:t>一般仲介で売る</a:t>
                      </a:r>
                    </a:p>
                  </a:txBody>
                  <a:tcPr>
                    <a:solidFill>
                      <a:srgbClr val="AA2E2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Yu Gothic"/>
                        </a:rPr>
                        <a:t>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3,400万円(見込)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3,700万円(売出)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Yu Gothic"/>
                        </a:rPr>
                        <a:t>仲介手数料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0円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約128万円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Yu Gothic"/>
                        </a:rPr>
                        <a:t>手取り目安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約3,400万円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約3,572万円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Yu Gothic"/>
                        </a:rPr>
                        <a:t>確実性/速度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高（業者・即現金）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低（駐車ネックで滞留）</a:t>
                      </a:r>
                    </a:p>
                  </a:txBody>
                  <a:tcPr>
                    <a:solidFill>
                      <a:srgbClr val="F3EF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Yu Gothic"/>
                        </a:rPr>
                        <a:t>バリューアップ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業者主導で協働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333333"/>
                          </a:solidFill>
                          <a:latin typeface="Yu Gothic"/>
                        </a:rPr>
                        <a:t>自前で対応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892040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33333"/>
                </a:solidFill>
                <a:latin typeface="Yu Gothic"/>
              </a:rPr>
              <a:t>→ 手取り差は約170万。だが業者買取は『即現金・手数料0・売れ残りリスク回避・バリューアップ協働』。駐車解消で出口の確実性を取る判断。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A2E26"/>
                </a:solidFill>
                <a:latin typeface="Yu Gothic"/>
              </a:rPr>
              <a:t>■ 実物（改装前後の室内）</a:t>
            </a:r>
          </a:p>
        </p:txBody>
      </p:sp>
      <p:pic>
        <p:nvPicPr>
          <p:cNvPr id="9" name="Picture 8" descr="tsujido_nai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486400" cy="3880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0292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Yu Gothic"/>
              </a:rPr>
              <a:t>▲ 改装前(上)→改装後(下)。内装は完了済み＝あとは駐車。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492240"/>
            <a:ext cx="9144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</a:rPr>
              <a:t>制作：テナントアシスト・ウイン　菊池研太　｜　辻堂東海岸3丁目 7239-245　｜　2026-06-05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822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
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Yu Gothic"/>
              </a:rPr>
              <a:t>辻堂東海岸3丁目 7239-245 ｜ 現況と今後の方針</a:t>
            </a:r>
          </a:p>
        </p:txBody>
      </p:sp>
      <p:pic>
        <p:nvPicPr>
          <p:cNvPr id="5" name="Picture 4" descr="tsujido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029200" cy="35560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4406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E6E6E"/>
                </a:solidFill>
                <a:latin typeface="Yu Gothic"/>
              </a:rPr>
              <a:t>▲ 地積測量図（測図）出典:法務局 2025/6/24取得</a:t>
            </a:r>
          </a:p>
          <a:p>
            <a:pPr algn="l"/>
            <a:r>
              <a:rPr sz="1300" b="1">
                <a:solidFill>
                  <a:srgbClr val="AA2E26"/>
                </a:solidFill>
                <a:latin typeface="Yu Gothic"/>
              </a:rPr>
              <a:t>北東に公道（東4.6m）／間口 約2.0m＝狭い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51560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AA2E26"/>
                </a:solidFill>
                <a:latin typeface="Yu Gothic"/>
              </a:rPr>
              <a:t>■ 現況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572768"/>
            <a:ext cx="6309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Yu Gothic"/>
              </a:rPr>
              <a:t>・売主地=7239-245+985（松井様）/ 土地約139.78㎡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Yu Gothic"/>
              </a:rPr>
              <a:t>・接道=北東の公道に間口 約2.0m（狭い）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Yu Gothic"/>
              </a:rPr>
              <a:t>・北側隣地=7239-246 櫻井照雄様（単独所有）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Yu Gothic"/>
              </a:rPr>
              <a:t>・西/南側隣地=7239-449 共有4名</a:t>
            </a:r>
          </a:p>
          <a:p>
            <a:pPr algn="l"/>
            <a:r>
              <a:rPr sz="1500" b="0">
                <a:solidFill>
                  <a:srgbClr val="6E6E6E"/>
                </a:solidFill>
                <a:latin typeface="Yu Gothic"/>
              </a:rPr>
              <a:t>　└ 柏木洋子・菊池英一・清水信敬・清水澄子</a:t>
            </a:r>
          </a:p>
          <a:p>
            <a:pPr algn="l"/>
            <a:r>
              <a:rPr sz="1600" b="1">
                <a:solidFill>
                  <a:srgbClr val="AA2E26"/>
                </a:solidFill>
                <a:latin typeface="Yu Gothic"/>
              </a:rPr>
              <a:t>★売却ネック=駐車場が狭い（軽でも停めたい買主条件に届かず）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3977639"/>
            <a:ext cx="6309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AA2E26"/>
                </a:solidFill>
                <a:latin typeface="Yu Gothic"/>
              </a:rPr>
              <a:t>■ 今後の方針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4498848"/>
            <a:ext cx="6309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A2E26"/>
                </a:solidFill>
                <a:latin typeface="Yu Gothic"/>
              </a:rPr>
              <a:t>・南側ブロックを後退・解体し駐車スペース確保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Yu Gothic"/>
              </a:rPr>
              <a:t>・買取業者「湘和地所レジデンス」荻原様が買取検討中</a:t>
            </a:r>
          </a:p>
          <a:p>
            <a:pPr algn="l"/>
            <a:r>
              <a:rPr sz="1500" b="0">
                <a:solidFill>
                  <a:srgbClr val="6E6E6E"/>
                </a:solidFill>
                <a:latin typeface="Yu Gothic"/>
              </a:rPr>
              <a:t>　└ 隣地折衝を業者主導＋情報共有してもらえる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Yu Gothic"/>
              </a:rPr>
              <a:t>・来週中に大工見積→3,400万の買付見込み（手数料なし）</a:t>
            </a:r>
          </a:p>
          <a:p>
            <a:pPr algn="l"/>
            <a:r>
              <a:rPr sz="1600" b="0">
                <a:solidFill>
                  <a:srgbClr val="333333"/>
                </a:solidFill>
                <a:latin typeface="Yu Gothic"/>
              </a:rPr>
              <a:t>・留意:共有4名の同意が前提／大工見積で指値リスク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6519672"/>
            <a:ext cx="11521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制作：テナントアシスト・ウイン　菊池研太　｜　作成 2026-06-05　｜　氏名住所は全部事項(2025/6/24)準拠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